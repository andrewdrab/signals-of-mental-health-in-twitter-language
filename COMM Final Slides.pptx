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0" r:id="rId5"/>
    <p:sldMasterId id="214748373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Bebas Neue"/>
      <p:regular r:id="rId25"/>
    </p:embeddedFont>
    <p:embeddedFont>
      <p:font typeface="Della Respira"/>
      <p:regular r:id="rId26"/>
    </p:embeddedFont>
    <p:embeddedFont>
      <p:font typeface="DM Sans Light"/>
      <p:regular r:id="rId27"/>
      <p:bold r:id="rId28"/>
      <p:italic r:id="rId29"/>
      <p:boldItalic r:id="rId30"/>
    </p:embeddedFont>
    <p:embeddedFont>
      <p:font typeface="PT Sans"/>
      <p:regular r:id="rId31"/>
      <p:bold r:id="rId32"/>
      <p:italic r:id="rId33"/>
      <p:boldItalic r:id="rId34"/>
    </p:embeddedFont>
    <p:embeddedFont>
      <p:font typeface="DM Sans"/>
      <p:regular r:id="rId35"/>
      <p:bold r:id="rId36"/>
      <p:italic r:id="rId37"/>
      <p:boldItalic r:id="rId38"/>
    </p:embeddedFont>
    <p:embeddedFont>
      <p:font typeface="Poppins ExtraBold"/>
      <p:bold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1AE7EF-CD52-4301-BA44-B6FEED055116}">
  <a:tblStyle styleId="{E31AE7EF-CD52-4301-BA44-B6FEED0551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ExtraBold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TSans-regular.fntdata"/><Relationship Id="rId30" Type="http://schemas.openxmlformats.org/officeDocument/2006/relationships/font" Target="fonts/DMSansLight-boldItalic.fntdata"/><Relationship Id="rId33" Type="http://schemas.openxmlformats.org/officeDocument/2006/relationships/font" Target="fonts/PTSans-italic.fntdata"/><Relationship Id="rId32" Type="http://schemas.openxmlformats.org/officeDocument/2006/relationships/font" Target="fonts/PTSans-bold.fntdata"/><Relationship Id="rId35" Type="http://schemas.openxmlformats.org/officeDocument/2006/relationships/font" Target="fonts/DMSans-regular.fntdata"/><Relationship Id="rId34" Type="http://schemas.openxmlformats.org/officeDocument/2006/relationships/font" Target="fonts/PTSans-boldItalic.fntdata"/><Relationship Id="rId37" Type="http://schemas.openxmlformats.org/officeDocument/2006/relationships/font" Target="fonts/DMSans-italic.fntdata"/><Relationship Id="rId36" Type="http://schemas.openxmlformats.org/officeDocument/2006/relationships/font" Target="fonts/DMSans-bold.fntdata"/><Relationship Id="rId39" Type="http://schemas.openxmlformats.org/officeDocument/2006/relationships/font" Target="fonts/PoppinsExtraBold-bold.fntdata"/><Relationship Id="rId38" Type="http://schemas.openxmlformats.org/officeDocument/2006/relationships/font" Target="fonts/DMSans-boldItalic.fntdata"/><Relationship Id="rId20" Type="http://schemas.openxmlformats.org/officeDocument/2006/relationships/slide" Target="slides/slide13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26" Type="http://schemas.openxmlformats.org/officeDocument/2006/relationships/font" Target="fonts/DellaRespira-regular.fntdata"/><Relationship Id="rId25" Type="http://schemas.openxmlformats.org/officeDocument/2006/relationships/font" Target="fonts/BebasNeue-regular.fntdata"/><Relationship Id="rId28" Type="http://schemas.openxmlformats.org/officeDocument/2006/relationships/font" Target="fonts/DMSansLight-bold.fntdata"/><Relationship Id="rId27" Type="http://schemas.openxmlformats.org/officeDocument/2006/relationships/font" Target="fonts/DMSansLight-regular.fntdata"/><Relationship Id="rId29" Type="http://schemas.openxmlformats.org/officeDocument/2006/relationships/font" Target="fonts/DMSansLight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5f3c4a78a8_0_1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35f3c4a78a8_0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5f3c4a78a8_0_1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35f3c4a78a8_0_1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5f3c4a78a8_0_1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35f3c4a78a8_0_1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5f3c4a78a8_0_1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5f3c4a78a8_0_1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5f3c4a78a8_0_1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35f3c4a78a8_0_1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5f3c4a78a8_0_18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5f3c4a78a8_0_18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5f3c4a78a8_0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35f3c4a78a8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5f3c4a78a8_0_1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5f3c4a78a8_0_1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5e53945a4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35e53945a4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5e53945a4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5e53945a4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5f3c4a78a8_0_1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5f3c4a78a8_0_1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5e53945a4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35e53945a4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5e53945a4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35e53945a4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50" y="284775"/>
            <a:ext cx="8598900" cy="2478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74950" y="2975835"/>
            <a:ext cx="4201200" cy="13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274950" y="4501727"/>
            <a:ext cx="85989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74725" y="312763"/>
            <a:ext cx="8598900" cy="24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74725" y="2971100"/>
            <a:ext cx="4213200" cy="13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2" type="subTitle"/>
          </p:nvPr>
        </p:nvSpPr>
        <p:spPr>
          <a:xfrm>
            <a:off x="279625" y="4509075"/>
            <a:ext cx="85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6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274950" y="1318300"/>
            <a:ext cx="8598900" cy="2478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74725" y="1346288"/>
            <a:ext cx="8598900" cy="24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>
            <p:ph idx="2" type="pic"/>
          </p:nvPr>
        </p:nvSpPr>
        <p:spPr>
          <a:xfrm>
            <a:off x="4676850" y="1342250"/>
            <a:ext cx="4201200" cy="3510600"/>
          </a:xfrm>
          <a:prstGeom prst="roundRect">
            <a:avLst>
              <a:gd fmla="val 5775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4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2749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96350" y="1593900"/>
            <a:ext cx="3754200" cy="29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s and Assigned Sections">
  <p:cSld name="CUSTOM_2">
    <p:bg>
      <p:bgPr>
        <a:solidFill>
          <a:schemeClr val="lt2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>
            <p:ph idx="2" type="pic"/>
          </p:nvPr>
        </p:nvSpPr>
        <p:spPr>
          <a:xfrm>
            <a:off x="383625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5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275100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" name="Google Shape;29;p5"/>
          <p:cNvSpPr/>
          <p:nvPr/>
        </p:nvSpPr>
        <p:spPr>
          <a:xfrm>
            <a:off x="275100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2477850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4672725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6875475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477850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4" name="Google Shape;34;p5"/>
          <p:cNvSpPr/>
          <p:nvPr/>
        </p:nvSpPr>
        <p:spPr>
          <a:xfrm>
            <a:off x="4676663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5" name="Google Shape;35;p5"/>
          <p:cNvSpPr/>
          <p:nvPr/>
        </p:nvSpPr>
        <p:spPr>
          <a:xfrm>
            <a:off x="6875475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274950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2475813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4675638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5" type="subTitle"/>
          </p:nvPr>
        </p:nvSpPr>
        <p:spPr>
          <a:xfrm>
            <a:off x="6875488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6" type="subTitle"/>
          </p:nvPr>
        </p:nvSpPr>
        <p:spPr>
          <a:xfrm>
            <a:off x="274950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2" name="Google Shape;42;p5"/>
          <p:cNvSpPr txBox="1"/>
          <p:nvPr>
            <p:ph idx="7" type="subTitle"/>
          </p:nvPr>
        </p:nvSpPr>
        <p:spPr>
          <a:xfrm>
            <a:off x="2477850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3" name="Google Shape;43;p5"/>
          <p:cNvSpPr txBox="1"/>
          <p:nvPr>
            <p:ph idx="8" type="subTitle"/>
          </p:nvPr>
        </p:nvSpPr>
        <p:spPr>
          <a:xfrm>
            <a:off x="4676663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4" name="Google Shape;44;p5"/>
          <p:cNvSpPr txBox="1"/>
          <p:nvPr>
            <p:ph idx="9" type="subTitle"/>
          </p:nvPr>
        </p:nvSpPr>
        <p:spPr>
          <a:xfrm>
            <a:off x="6867588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5" name="Google Shape;45;p5"/>
          <p:cNvSpPr/>
          <p:nvPr>
            <p:ph idx="13" type="pic"/>
          </p:nvPr>
        </p:nvSpPr>
        <p:spPr>
          <a:xfrm>
            <a:off x="2579800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5"/>
          <p:cNvSpPr/>
          <p:nvPr>
            <p:ph idx="14" type="pic"/>
          </p:nvPr>
        </p:nvSpPr>
        <p:spPr>
          <a:xfrm>
            <a:off x="4775975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5"/>
          <p:cNvSpPr/>
          <p:nvPr>
            <p:ph idx="15" type="pic"/>
          </p:nvPr>
        </p:nvSpPr>
        <p:spPr>
          <a:xfrm>
            <a:off x="6972150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1655875" y="13481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655875" y="2100369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1655875" y="28370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1655875" y="3573669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655875" y="43155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274950" y="134807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56" name="Google Shape;56;p6"/>
          <p:cNvSpPr/>
          <p:nvPr/>
        </p:nvSpPr>
        <p:spPr>
          <a:xfrm>
            <a:off x="274950" y="2092550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7" name="Google Shape;57;p6"/>
          <p:cNvSpPr/>
          <p:nvPr/>
        </p:nvSpPr>
        <p:spPr>
          <a:xfrm>
            <a:off x="274950" y="283702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8" name="Google Shape;58;p6"/>
          <p:cNvSpPr/>
          <p:nvPr/>
        </p:nvSpPr>
        <p:spPr>
          <a:xfrm>
            <a:off x="274950" y="357367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9" name="Google Shape;59;p6"/>
          <p:cNvSpPr/>
          <p:nvPr/>
        </p:nvSpPr>
        <p:spPr>
          <a:xfrm>
            <a:off x="274950" y="431032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60" name="Google Shape;60;p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61" name="Google Shape;61;p6"/>
          <p:cNvSpPr txBox="1"/>
          <p:nvPr>
            <p:ph idx="1" type="subTitle"/>
          </p:nvPr>
        </p:nvSpPr>
        <p:spPr>
          <a:xfrm>
            <a:off x="1655875" y="134807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2" type="subTitle"/>
          </p:nvPr>
        </p:nvSpPr>
        <p:spPr>
          <a:xfrm>
            <a:off x="1655875" y="2092550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3" type="subTitle"/>
          </p:nvPr>
        </p:nvSpPr>
        <p:spPr>
          <a:xfrm>
            <a:off x="1655875" y="283702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4" name="Google Shape;64;p6"/>
          <p:cNvSpPr txBox="1"/>
          <p:nvPr>
            <p:ph idx="4" type="subTitle"/>
          </p:nvPr>
        </p:nvSpPr>
        <p:spPr>
          <a:xfrm>
            <a:off x="1655875" y="357627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6"/>
          <p:cNvSpPr txBox="1"/>
          <p:nvPr>
            <p:ph idx="5" type="subTitle"/>
          </p:nvPr>
        </p:nvSpPr>
        <p:spPr>
          <a:xfrm>
            <a:off x="1655875" y="431552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6" type="subTitle"/>
          </p:nvPr>
        </p:nvSpPr>
        <p:spPr>
          <a:xfrm flipH="1">
            <a:off x="91975" y="136904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7" type="subTitle"/>
          </p:nvPr>
        </p:nvSpPr>
        <p:spPr>
          <a:xfrm flipH="1">
            <a:off x="91975" y="211354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8" type="subTitle"/>
          </p:nvPr>
        </p:nvSpPr>
        <p:spPr>
          <a:xfrm flipH="1">
            <a:off x="91975" y="28540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9" type="subTitle"/>
          </p:nvPr>
        </p:nvSpPr>
        <p:spPr>
          <a:xfrm flipH="1">
            <a:off x="91975" y="35926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13" type="subTitle"/>
          </p:nvPr>
        </p:nvSpPr>
        <p:spPr>
          <a:xfrm flipH="1">
            <a:off x="91975" y="43364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1">
  <p:cSld name="CUSTOM_4">
    <p:bg>
      <p:bgPr>
        <a:solidFill>
          <a:schemeClr val="dk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/>
          <p:nvPr>
            <p:ph idx="2" type="pic"/>
          </p:nvPr>
        </p:nvSpPr>
        <p:spPr>
          <a:xfrm>
            <a:off x="4676850" y="279050"/>
            <a:ext cx="4201200" cy="4573800"/>
          </a:xfrm>
          <a:prstGeom prst="roundRect">
            <a:avLst>
              <a:gd fmla="val 4826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7"/>
          <p:cNvSpPr/>
          <p:nvPr/>
        </p:nvSpPr>
        <p:spPr>
          <a:xfrm>
            <a:off x="274950" y="1164975"/>
            <a:ext cx="42012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4" name="Google Shape;74;p7"/>
          <p:cNvSpPr txBox="1"/>
          <p:nvPr>
            <p:ph idx="1" type="body"/>
          </p:nvPr>
        </p:nvSpPr>
        <p:spPr>
          <a:xfrm>
            <a:off x="510325" y="1412150"/>
            <a:ext cx="37332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5" name="Google Shape;75;p7"/>
          <p:cNvSpPr/>
          <p:nvPr/>
        </p:nvSpPr>
        <p:spPr>
          <a:xfrm>
            <a:off x="274950" y="284775"/>
            <a:ext cx="4201200" cy="704400"/>
          </a:xfrm>
          <a:prstGeom prst="roundRect">
            <a:avLst>
              <a:gd fmla="val 25275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72650" y="327125"/>
            <a:ext cx="42012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77" name="Google Shape;77;p7"/>
          <p:cNvSpPr/>
          <p:nvPr/>
        </p:nvSpPr>
        <p:spPr>
          <a:xfrm>
            <a:off x="8008325" y="109825"/>
            <a:ext cx="1018200" cy="395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78" name="Google Shape;78;p7"/>
          <p:cNvSpPr txBox="1"/>
          <p:nvPr>
            <p:ph idx="3" type="subTitle"/>
          </p:nvPr>
        </p:nvSpPr>
        <p:spPr>
          <a:xfrm>
            <a:off x="8008325" y="109825"/>
            <a:ext cx="10182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2">
  <p:cSld name="CUSTOM_5">
    <p:bg>
      <p:bgPr>
        <a:solidFill>
          <a:schemeClr val="l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/>
          <p:nvPr>
            <p:ph idx="2" type="pic"/>
          </p:nvPr>
        </p:nvSpPr>
        <p:spPr>
          <a:xfrm>
            <a:off x="6781525" y="279050"/>
            <a:ext cx="2096400" cy="4573800"/>
          </a:xfrm>
          <a:prstGeom prst="roundRect">
            <a:avLst>
              <a:gd fmla="val 965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8"/>
          <p:cNvSpPr/>
          <p:nvPr/>
        </p:nvSpPr>
        <p:spPr>
          <a:xfrm>
            <a:off x="274950" y="1164975"/>
            <a:ext cx="6304500" cy="3693600"/>
          </a:xfrm>
          <a:prstGeom prst="roundRect">
            <a:avLst>
              <a:gd fmla="val 573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52284" y="1335950"/>
            <a:ext cx="5739600" cy="31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3" name="Google Shape;83;p8"/>
          <p:cNvSpPr/>
          <p:nvPr/>
        </p:nvSpPr>
        <p:spPr>
          <a:xfrm>
            <a:off x="274950" y="284775"/>
            <a:ext cx="34179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84" name="Google Shape;84;p8"/>
          <p:cNvSpPr txBox="1"/>
          <p:nvPr>
            <p:ph type="title"/>
          </p:nvPr>
        </p:nvSpPr>
        <p:spPr>
          <a:xfrm>
            <a:off x="272650" y="327125"/>
            <a:ext cx="34179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85" name="Google Shape;85;p8"/>
          <p:cNvSpPr/>
          <p:nvPr/>
        </p:nvSpPr>
        <p:spPr>
          <a:xfrm>
            <a:off x="3890600" y="284775"/>
            <a:ext cx="2688900" cy="704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86" name="Google Shape;86;p8"/>
          <p:cNvSpPr txBox="1"/>
          <p:nvPr>
            <p:ph idx="3" type="subTitle"/>
          </p:nvPr>
        </p:nvSpPr>
        <p:spPr>
          <a:xfrm>
            <a:off x="3890675" y="284775"/>
            <a:ext cx="26889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3">
  <p:cSld name="CUSTOM_6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/>
          <p:nvPr/>
        </p:nvSpPr>
        <p:spPr>
          <a:xfrm>
            <a:off x="274950" y="1164975"/>
            <a:ext cx="8598900" cy="3693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9" name="Google Shape;89;p9"/>
          <p:cNvSpPr txBox="1"/>
          <p:nvPr>
            <p:ph idx="1" type="body"/>
          </p:nvPr>
        </p:nvSpPr>
        <p:spPr>
          <a:xfrm>
            <a:off x="552275" y="1405150"/>
            <a:ext cx="8060400" cy="31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0" name="Google Shape;90;p9"/>
          <p:cNvSpPr/>
          <p:nvPr/>
        </p:nvSpPr>
        <p:spPr>
          <a:xfrm>
            <a:off x="274950" y="284775"/>
            <a:ext cx="5719200" cy="70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91" name="Google Shape;91;p9"/>
          <p:cNvSpPr/>
          <p:nvPr/>
        </p:nvSpPr>
        <p:spPr>
          <a:xfrm>
            <a:off x="6184900" y="284775"/>
            <a:ext cx="26889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92" name="Google Shape;92;p9"/>
          <p:cNvSpPr txBox="1"/>
          <p:nvPr>
            <p:ph type="title"/>
          </p:nvPr>
        </p:nvSpPr>
        <p:spPr>
          <a:xfrm>
            <a:off x="272650" y="327125"/>
            <a:ext cx="57192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93" name="Google Shape;93;p9"/>
          <p:cNvSpPr/>
          <p:nvPr/>
        </p:nvSpPr>
        <p:spPr>
          <a:xfrm>
            <a:off x="109155" y="109825"/>
            <a:ext cx="1018200" cy="3957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94" name="Google Shape;94;p9"/>
          <p:cNvSpPr txBox="1"/>
          <p:nvPr>
            <p:ph idx="2" type="subTitle"/>
          </p:nvPr>
        </p:nvSpPr>
        <p:spPr>
          <a:xfrm>
            <a:off x="109150" y="109825"/>
            <a:ext cx="10182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3" type="subTitle"/>
          </p:nvPr>
        </p:nvSpPr>
        <p:spPr>
          <a:xfrm>
            <a:off x="6184900" y="284775"/>
            <a:ext cx="26889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">
  <p:cSld name="CUSTOM_7">
    <p:bg>
      <p:bgPr>
        <a:solidFill>
          <a:schemeClr val="dk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/>
          <p:nvPr>
            <p:ph idx="2" type="pic"/>
          </p:nvPr>
        </p:nvSpPr>
        <p:spPr>
          <a:xfrm>
            <a:off x="274950" y="11592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0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99" name="Google Shape;99;p10"/>
          <p:cNvSpPr/>
          <p:nvPr/>
        </p:nvSpPr>
        <p:spPr>
          <a:xfrm>
            <a:off x="254710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00" name="Google Shape;100;p10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01" name="Google Shape;101;p10"/>
          <p:cNvSpPr txBox="1"/>
          <p:nvPr/>
        </p:nvSpPr>
        <p:spPr>
          <a:xfrm>
            <a:off x="2840350" y="1414100"/>
            <a:ext cx="5740200" cy="3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" name="Google Shape;102;p10"/>
          <p:cNvSpPr txBox="1"/>
          <p:nvPr>
            <p:ph idx="1" type="body"/>
          </p:nvPr>
        </p:nvSpPr>
        <p:spPr>
          <a:xfrm>
            <a:off x="2845275" y="1412150"/>
            <a:ext cx="57324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04" name="Google Shape;104;p10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 Alt">
  <p:cSld name="CUSTOM_7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/>
          <p:nvPr>
            <p:ph idx="2" type="pic"/>
          </p:nvPr>
        </p:nvSpPr>
        <p:spPr>
          <a:xfrm>
            <a:off x="2547100" y="1159275"/>
            <a:ext cx="6326700" cy="3705000"/>
          </a:xfrm>
          <a:prstGeom prst="roundRect">
            <a:avLst>
              <a:gd fmla="val 653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1"/>
          <p:cNvSpPr txBox="1"/>
          <p:nvPr>
            <p:ph idx="1" type="body"/>
          </p:nvPr>
        </p:nvSpPr>
        <p:spPr>
          <a:xfrm>
            <a:off x="496375" y="1377200"/>
            <a:ext cx="1663800" cy="32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8" name="Google Shape;108;p11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09" name="Google Shape;109;p11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10" name="Google Shape;110;p11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11" name="Google Shape;111;p11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 Editable">
  <p:cSld name="CUSTOM_7_1_1">
    <p:bg>
      <p:bgPr>
        <a:solidFill>
          <a:schemeClr val="dk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/>
          <p:nvPr>
            <p:ph idx="2" type="pic"/>
          </p:nvPr>
        </p:nvSpPr>
        <p:spPr>
          <a:xfrm>
            <a:off x="4672600" y="1159275"/>
            <a:ext cx="4201200" cy="3705000"/>
          </a:xfrm>
          <a:prstGeom prst="roundRect">
            <a:avLst>
              <a:gd fmla="val 629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2"/>
          <p:cNvSpPr txBox="1"/>
          <p:nvPr>
            <p:ph idx="1" type="body"/>
          </p:nvPr>
        </p:nvSpPr>
        <p:spPr>
          <a:xfrm>
            <a:off x="496375" y="1377200"/>
            <a:ext cx="3772800" cy="32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15" name="Google Shape;115;p12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16" name="Google Shape;116;p12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17" name="Google Shape;117;p12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18" name="Google Shape;118;p12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2">
  <p:cSld name="CUSTOM_8">
    <p:bg>
      <p:bgPr>
        <a:solidFill>
          <a:schemeClr val="lt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/>
          <p:nvPr>
            <p:ph idx="2" type="pic"/>
          </p:nvPr>
        </p:nvSpPr>
        <p:spPr>
          <a:xfrm>
            <a:off x="6777400" y="11592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3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22" name="Google Shape;122;p13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23" name="Google Shape;123;p13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24" name="Google Shape;124;p13"/>
          <p:cNvSpPr/>
          <p:nvPr/>
        </p:nvSpPr>
        <p:spPr>
          <a:xfrm>
            <a:off x="6777400" y="284775"/>
            <a:ext cx="20964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25" name="Google Shape;125;p13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26" name="Google Shape;126;p13"/>
          <p:cNvSpPr txBox="1"/>
          <p:nvPr>
            <p:ph idx="3" type="subTitle"/>
          </p:nvPr>
        </p:nvSpPr>
        <p:spPr>
          <a:xfrm>
            <a:off x="677740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3">
  <p:cSld name="CUSTOM_9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/>
          <p:nvPr>
            <p:ph idx="2" type="pic"/>
          </p:nvPr>
        </p:nvSpPr>
        <p:spPr>
          <a:xfrm>
            <a:off x="274950" y="2847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4"/>
          <p:cNvSpPr/>
          <p:nvPr/>
        </p:nvSpPr>
        <p:spPr>
          <a:xfrm>
            <a:off x="254710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2819407" y="1323219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1" name="Google Shape;131;p14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32" name="Google Shape;132;p14"/>
          <p:cNvSpPr/>
          <p:nvPr/>
        </p:nvSpPr>
        <p:spPr>
          <a:xfrm>
            <a:off x="274950" y="41541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33" name="Google Shape;133;p14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34" name="Google Shape;134;p14"/>
          <p:cNvSpPr txBox="1"/>
          <p:nvPr>
            <p:ph idx="3" type="subTitle"/>
          </p:nvPr>
        </p:nvSpPr>
        <p:spPr>
          <a:xfrm>
            <a:off x="274950" y="41541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4">
  <p:cSld name="CUSTOM_10">
    <p:bg>
      <p:bgPr>
        <a:solidFill>
          <a:schemeClr val="accent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37" name="Google Shape;137;p15"/>
          <p:cNvSpPr txBox="1"/>
          <p:nvPr>
            <p:ph idx="1" type="body"/>
          </p:nvPr>
        </p:nvSpPr>
        <p:spPr>
          <a:xfrm>
            <a:off x="559275" y="1335950"/>
            <a:ext cx="5760300" cy="31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8" name="Google Shape;138;p15"/>
          <p:cNvSpPr/>
          <p:nvPr>
            <p:ph idx="2" type="pic"/>
          </p:nvPr>
        </p:nvSpPr>
        <p:spPr>
          <a:xfrm>
            <a:off x="6777400" y="2847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5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40" name="Google Shape;140;p15"/>
          <p:cNvSpPr/>
          <p:nvPr/>
        </p:nvSpPr>
        <p:spPr>
          <a:xfrm>
            <a:off x="6777400" y="4154175"/>
            <a:ext cx="20964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41" name="Google Shape;141;p15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42" name="Google Shape;142;p15"/>
          <p:cNvSpPr txBox="1"/>
          <p:nvPr>
            <p:ph idx="3" type="subTitle"/>
          </p:nvPr>
        </p:nvSpPr>
        <p:spPr>
          <a:xfrm>
            <a:off x="6777400" y="41541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49010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6" name="Google Shape;146;p16"/>
          <p:cNvSpPr/>
          <p:nvPr/>
        </p:nvSpPr>
        <p:spPr>
          <a:xfrm>
            <a:off x="2749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47" name="Google Shape;147;p16"/>
          <p:cNvSpPr txBox="1"/>
          <p:nvPr>
            <p:ph idx="2" type="body"/>
          </p:nvPr>
        </p:nvSpPr>
        <p:spPr>
          <a:xfrm>
            <a:off x="5033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49" name="Google Shape;149;p1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6">
  <p:cSld name="CUSTOM_12">
    <p:bg>
      <p:bgPr>
        <a:solidFill>
          <a:schemeClr val="lt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48892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53" name="Google Shape;153;p17"/>
          <p:cNvSpPr/>
          <p:nvPr>
            <p:ph idx="2" type="pic"/>
          </p:nvPr>
        </p:nvSpPr>
        <p:spPr>
          <a:xfrm>
            <a:off x="274950" y="1352225"/>
            <a:ext cx="42012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7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55" name="Google Shape;155;p17"/>
          <p:cNvSpPr/>
          <p:nvPr/>
        </p:nvSpPr>
        <p:spPr>
          <a:xfrm>
            <a:off x="7318600" y="109825"/>
            <a:ext cx="1705500" cy="395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56" name="Google Shape;156;p17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157" name="Google Shape;157;p17"/>
          <p:cNvSpPr txBox="1"/>
          <p:nvPr>
            <p:ph idx="3" type="subTitle"/>
          </p:nvPr>
        </p:nvSpPr>
        <p:spPr>
          <a:xfrm>
            <a:off x="7318600" y="109825"/>
            <a:ext cx="17055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Slide">
  <p:cSld name="CUSTOM_13">
    <p:bg>
      <p:bgPr>
        <a:solidFill>
          <a:schemeClr val="dk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/>
          <p:nvPr>
            <p:ph idx="2" type="pic"/>
          </p:nvPr>
        </p:nvSpPr>
        <p:spPr>
          <a:xfrm>
            <a:off x="6777400" y="1352225"/>
            <a:ext cx="20964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8"/>
          <p:cNvSpPr/>
          <p:nvPr/>
        </p:nvSpPr>
        <p:spPr>
          <a:xfrm>
            <a:off x="274950" y="1348125"/>
            <a:ext cx="62859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494800" y="1503725"/>
            <a:ext cx="58377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62" name="Google Shape;162;p1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Slide 2">
  <p:cSld name="CUSTOM_14">
    <p:bg>
      <p:bgPr>
        <a:solidFill>
          <a:schemeClr val="l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1134750" y="4315525"/>
            <a:ext cx="54342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274950" y="134807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168" name="Google Shape;168;p19"/>
          <p:cNvSpPr/>
          <p:nvPr/>
        </p:nvSpPr>
        <p:spPr>
          <a:xfrm>
            <a:off x="274950" y="283702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69" name="Google Shape;169;p19"/>
          <p:cNvSpPr/>
          <p:nvPr/>
        </p:nvSpPr>
        <p:spPr>
          <a:xfrm>
            <a:off x="274950" y="431032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70" name="Google Shape;170;p19"/>
          <p:cNvSpPr/>
          <p:nvPr/>
        </p:nvSpPr>
        <p:spPr>
          <a:xfrm>
            <a:off x="1134750" y="1338000"/>
            <a:ext cx="5434200" cy="1300200"/>
          </a:xfrm>
          <a:prstGeom prst="roundRect">
            <a:avLst>
              <a:gd fmla="val 169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1134750" y="2826762"/>
            <a:ext cx="5434200" cy="1300200"/>
          </a:xfrm>
          <a:prstGeom prst="roundRect">
            <a:avLst>
              <a:gd fmla="val 169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72" name="Google Shape;172;p19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173" name="Google Shape;173;p19"/>
          <p:cNvSpPr txBox="1"/>
          <p:nvPr>
            <p:ph idx="1" type="subTitle"/>
          </p:nvPr>
        </p:nvSpPr>
        <p:spPr>
          <a:xfrm flipH="1">
            <a:off x="-172350" y="1348072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74" name="Google Shape;174;p19"/>
          <p:cNvSpPr txBox="1"/>
          <p:nvPr>
            <p:ph idx="2" type="subTitle"/>
          </p:nvPr>
        </p:nvSpPr>
        <p:spPr>
          <a:xfrm flipH="1">
            <a:off x="-172350" y="282919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75" name="Google Shape;175;p19"/>
          <p:cNvSpPr txBox="1"/>
          <p:nvPr>
            <p:ph idx="3" type="subTitle"/>
          </p:nvPr>
        </p:nvSpPr>
        <p:spPr>
          <a:xfrm flipH="1">
            <a:off x="-172350" y="431549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76" name="Google Shape;176;p19"/>
          <p:cNvSpPr txBox="1"/>
          <p:nvPr>
            <p:ph idx="4" type="body"/>
          </p:nvPr>
        </p:nvSpPr>
        <p:spPr>
          <a:xfrm>
            <a:off x="1134750" y="1348075"/>
            <a:ext cx="5434200" cy="13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7" name="Google Shape;177;p19"/>
          <p:cNvSpPr txBox="1"/>
          <p:nvPr>
            <p:ph idx="5" type="body"/>
          </p:nvPr>
        </p:nvSpPr>
        <p:spPr>
          <a:xfrm>
            <a:off x="1134750" y="2831788"/>
            <a:ext cx="5434200" cy="13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8" name="Google Shape;178;p19"/>
          <p:cNvSpPr txBox="1"/>
          <p:nvPr>
            <p:ph idx="6" type="body"/>
          </p:nvPr>
        </p:nvSpPr>
        <p:spPr>
          <a:xfrm>
            <a:off x="1134750" y="4310313"/>
            <a:ext cx="54342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9" name="Google Shape;179;p19"/>
          <p:cNvSpPr/>
          <p:nvPr>
            <p:ph idx="7" type="pic"/>
          </p:nvPr>
        </p:nvSpPr>
        <p:spPr>
          <a:xfrm>
            <a:off x="6777400" y="1352225"/>
            <a:ext cx="20964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over">
  <p:cSld name="CUSTOM_15">
    <p:bg>
      <p:bgPr>
        <a:solidFill>
          <a:schemeClr val="dk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>
            <p:ph idx="2" type="pic"/>
          </p:nvPr>
        </p:nvSpPr>
        <p:spPr>
          <a:xfrm>
            <a:off x="274950" y="28497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0"/>
          <p:cNvSpPr/>
          <p:nvPr>
            <p:ph idx="3" type="pic"/>
          </p:nvPr>
        </p:nvSpPr>
        <p:spPr>
          <a:xfrm>
            <a:off x="274950" y="323522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20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 txBox="1"/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over with Names">
  <p:cSld name="CUSTOM_15_1">
    <p:bg>
      <p:bgPr>
        <a:solidFill>
          <a:schemeClr val="l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/>
          <p:nvPr>
            <p:ph idx="2" type="pic"/>
          </p:nvPr>
        </p:nvSpPr>
        <p:spPr>
          <a:xfrm>
            <a:off x="274950" y="3235225"/>
            <a:ext cx="4191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1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4681900" y="3235222"/>
            <a:ext cx="4191900" cy="1623300"/>
          </a:xfrm>
          <a:prstGeom prst="roundRect">
            <a:avLst>
              <a:gd fmla="val 1692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89" name="Google Shape;189;p21"/>
          <p:cNvSpPr txBox="1"/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4681900" y="3235225"/>
            <a:ext cx="4191900" cy="16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ella Respira"/>
              <a:buNone/>
              <a:defRPr sz="14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1"/>
          <p:cNvSpPr/>
          <p:nvPr>
            <p:ph idx="3" type="pic"/>
          </p:nvPr>
        </p:nvSpPr>
        <p:spPr>
          <a:xfrm>
            <a:off x="274950" y="28497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bg>
      <p:bgPr>
        <a:solidFill>
          <a:schemeClr val="accent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">
  <p:cSld name="CUSTOM_17">
    <p:bg>
      <p:bgPr>
        <a:solidFill>
          <a:schemeClr val="lt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274950" y="3275914"/>
            <a:ext cx="85989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96" name="Google Shape;196;p23"/>
          <p:cNvSpPr txBox="1"/>
          <p:nvPr>
            <p:ph type="title"/>
          </p:nvPr>
        </p:nvSpPr>
        <p:spPr>
          <a:xfrm>
            <a:off x="274725" y="1531200"/>
            <a:ext cx="85989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97" name="Google Shape;197;p23"/>
          <p:cNvSpPr txBox="1"/>
          <p:nvPr>
            <p:ph idx="1" type="subTitle"/>
          </p:nvPr>
        </p:nvSpPr>
        <p:spPr>
          <a:xfrm>
            <a:off x="279625" y="3283263"/>
            <a:ext cx="85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7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8">
    <p:bg>
      <p:bgPr>
        <a:solidFill>
          <a:schemeClr val="lt2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03" name="Google Shape;203;p25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04" name="Google Shape;204;p25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05" name="Google Shape;205;p25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20">
    <p:bg>
      <p:bgPr>
        <a:solidFill>
          <a:schemeClr val="dk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21">
    <p:bg>
      <p:bgPr>
        <a:solidFill>
          <a:schemeClr val="lt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/>
          <p:nvPr/>
        </p:nvSpPr>
        <p:spPr>
          <a:xfrm>
            <a:off x="274950" y="1580175"/>
            <a:ext cx="6326700" cy="32784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545275" y="1703050"/>
            <a:ext cx="5795400" cy="29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12" name="Google Shape;212;p27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13" name="Google Shape;213;p27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214" name="Google Shape;214;p27"/>
          <p:cNvSpPr/>
          <p:nvPr/>
        </p:nvSpPr>
        <p:spPr>
          <a:xfrm>
            <a:off x="274950" y="1102500"/>
            <a:ext cx="63267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215" name="Google Shape;215;p27"/>
          <p:cNvSpPr txBox="1"/>
          <p:nvPr>
            <p:ph idx="2" type="subTitle"/>
          </p:nvPr>
        </p:nvSpPr>
        <p:spPr>
          <a:xfrm>
            <a:off x="327025" y="1109850"/>
            <a:ext cx="6231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22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CUSTOM_23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>
            <a:off x="273650" y="18291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21" name="Google Shape;221;p29"/>
          <p:cNvSpPr txBox="1"/>
          <p:nvPr>
            <p:ph type="title"/>
          </p:nvPr>
        </p:nvSpPr>
        <p:spPr>
          <a:xfrm>
            <a:off x="271350" y="18715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22" name="Google Shape;222;p29"/>
          <p:cNvSpPr/>
          <p:nvPr/>
        </p:nvSpPr>
        <p:spPr>
          <a:xfrm>
            <a:off x="273756" y="2887125"/>
            <a:ext cx="8598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23" name="Google Shape;223;p29"/>
          <p:cNvSpPr txBox="1"/>
          <p:nvPr>
            <p:ph idx="1" type="subTitle"/>
          </p:nvPr>
        </p:nvSpPr>
        <p:spPr>
          <a:xfrm>
            <a:off x="273650" y="2917550"/>
            <a:ext cx="8598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4">
    <p:bg>
      <p:bgPr>
        <a:solidFill>
          <a:schemeClr val="dk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25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28" name="Google Shape;228;p31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29" name="Google Shape;229;p31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6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2"/>
          <p:cNvSpPr/>
          <p:nvPr/>
        </p:nvSpPr>
        <p:spPr>
          <a:xfrm>
            <a:off x="272650" y="134812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3" name="Google Shape;233;p32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234" name="Google Shape;234;p32"/>
          <p:cNvSpPr txBox="1"/>
          <p:nvPr>
            <p:ph idx="1" type="subTitle"/>
          </p:nvPr>
        </p:nvSpPr>
        <p:spPr>
          <a:xfrm>
            <a:off x="272650" y="1375155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35" name="Google Shape;235;p32"/>
          <p:cNvSpPr/>
          <p:nvPr/>
        </p:nvSpPr>
        <p:spPr>
          <a:xfrm>
            <a:off x="272650" y="196496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6" name="Google Shape;236;p32"/>
          <p:cNvSpPr txBox="1"/>
          <p:nvPr>
            <p:ph idx="2" type="subTitle"/>
          </p:nvPr>
        </p:nvSpPr>
        <p:spPr>
          <a:xfrm>
            <a:off x="272650" y="1991995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37" name="Google Shape;237;p32"/>
          <p:cNvSpPr/>
          <p:nvPr/>
        </p:nvSpPr>
        <p:spPr>
          <a:xfrm>
            <a:off x="272650" y="258180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8" name="Google Shape;238;p32"/>
          <p:cNvSpPr txBox="1"/>
          <p:nvPr>
            <p:ph idx="3" type="subTitle"/>
          </p:nvPr>
        </p:nvSpPr>
        <p:spPr>
          <a:xfrm>
            <a:off x="272650" y="260883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39" name="Google Shape;239;p32"/>
          <p:cNvSpPr/>
          <p:nvPr/>
        </p:nvSpPr>
        <p:spPr>
          <a:xfrm>
            <a:off x="272650" y="319864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0" name="Google Shape;240;p32"/>
          <p:cNvSpPr txBox="1"/>
          <p:nvPr>
            <p:ph idx="4" type="subTitle"/>
          </p:nvPr>
        </p:nvSpPr>
        <p:spPr>
          <a:xfrm>
            <a:off x="272650" y="322567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41" name="Google Shape;241;p32"/>
          <p:cNvSpPr/>
          <p:nvPr/>
        </p:nvSpPr>
        <p:spPr>
          <a:xfrm>
            <a:off x="272650" y="381548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2" name="Google Shape;242;p32"/>
          <p:cNvSpPr txBox="1"/>
          <p:nvPr>
            <p:ph idx="5" type="subTitle"/>
          </p:nvPr>
        </p:nvSpPr>
        <p:spPr>
          <a:xfrm>
            <a:off x="272650" y="384251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43" name="Google Shape;243;p32"/>
          <p:cNvSpPr/>
          <p:nvPr/>
        </p:nvSpPr>
        <p:spPr>
          <a:xfrm>
            <a:off x="272650" y="443232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4" name="Google Shape;244;p32"/>
          <p:cNvSpPr txBox="1"/>
          <p:nvPr>
            <p:ph idx="6" type="subTitle"/>
          </p:nvPr>
        </p:nvSpPr>
        <p:spPr>
          <a:xfrm>
            <a:off x="272650" y="445935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27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48892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48" name="Google Shape;248;p33"/>
          <p:cNvSpPr/>
          <p:nvPr>
            <p:ph idx="2" type="pic"/>
          </p:nvPr>
        </p:nvSpPr>
        <p:spPr>
          <a:xfrm>
            <a:off x="274950" y="1352225"/>
            <a:ext cx="42012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33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50" name="Google Shape;250;p33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28">
    <p:bg>
      <p:bgPr>
        <a:solidFill>
          <a:schemeClr val="lt2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/>
          <p:nvPr/>
        </p:nvSpPr>
        <p:spPr>
          <a:xfrm>
            <a:off x="4672650" y="1945525"/>
            <a:ext cx="42012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3" name="Google Shape;253;p34"/>
          <p:cNvSpPr txBox="1"/>
          <p:nvPr>
            <p:ph idx="1" type="body"/>
          </p:nvPr>
        </p:nvSpPr>
        <p:spPr>
          <a:xfrm>
            <a:off x="4901050" y="2141437"/>
            <a:ext cx="37680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54" name="Google Shape;254;p34"/>
          <p:cNvSpPr/>
          <p:nvPr/>
        </p:nvSpPr>
        <p:spPr>
          <a:xfrm>
            <a:off x="274950" y="1945525"/>
            <a:ext cx="42012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5" name="Google Shape;255;p34"/>
          <p:cNvSpPr txBox="1"/>
          <p:nvPr>
            <p:ph idx="2" type="body"/>
          </p:nvPr>
        </p:nvSpPr>
        <p:spPr>
          <a:xfrm>
            <a:off x="503350" y="2141437"/>
            <a:ext cx="37680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56" name="Google Shape;256;p34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57" name="Google Shape;257;p34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58" name="Google Shape;258;p34"/>
          <p:cNvSpPr/>
          <p:nvPr/>
        </p:nvSpPr>
        <p:spPr>
          <a:xfrm>
            <a:off x="275100" y="1342725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9" name="Google Shape;259;p34"/>
          <p:cNvSpPr txBox="1"/>
          <p:nvPr>
            <p:ph idx="3" type="subTitle"/>
          </p:nvPr>
        </p:nvSpPr>
        <p:spPr>
          <a:xfrm>
            <a:off x="274950" y="1373150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60" name="Google Shape;260;p34"/>
          <p:cNvSpPr/>
          <p:nvPr/>
        </p:nvSpPr>
        <p:spPr>
          <a:xfrm>
            <a:off x="4672725" y="1342725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1" name="Google Shape;261;p34"/>
          <p:cNvSpPr txBox="1"/>
          <p:nvPr>
            <p:ph idx="4" type="subTitle"/>
          </p:nvPr>
        </p:nvSpPr>
        <p:spPr>
          <a:xfrm>
            <a:off x="4672575" y="1373150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9"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/>
          <p:nvPr/>
        </p:nvSpPr>
        <p:spPr>
          <a:xfrm>
            <a:off x="27495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4" name="Google Shape;264;p35"/>
          <p:cNvSpPr txBox="1"/>
          <p:nvPr>
            <p:ph idx="1" type="body"/>
          </p:nvPr>
        </p:nvSpPr>
        <p:spPr>
          <a:xfrm>
            <a:off x="39209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65" name="Google Shape;265;p35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66" name="Google Shape;266;p35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67" name="Google Shape;267;p35"/>
          <p:cNvSpPr/>
          <p:nvPr/>
        </p:nvSpPr>
        <p:spPr>
          <a:xfrm>
            <a:off x="27504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8" name="Google Shape;268;p35"/>
          <p:cNvSpPr txBox="1"/>
          <p:nvPr>
            <p:ph idx="2" type="subTitle"/>
          </p:nvPr>
        </p:nvSpPr>
        <p:spPr>
          <a:xfrm>
            <a:off x="27495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69" name="Google Shape;269;p35"/>
          <p:cNvSpPr/>
          <p:nvPr/>
        </p:nvSpPr>
        <p:spPr>
          <a:xfrm>
            <a:off x="321100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0" name="Google Shape;270;p35"/>
          <p:cNvSpPr txBox="1"/>
          <p:nvPr>
            <p:ph idx="3" type="body"/>
          </p:nvPr>
        </p:nvSpPr>
        <p:spPr>
          <a:xfrm>
            <a:off x="332814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1" name="Google Shape;271;p35"/>
          <p:cNvSpPr/>
          <p:nvPr/>
        </p:nvSpPr>
        <p:spPr>
          <a:xfrm>
            <a:off x="321109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2" name="Google Shape;272;p35"/>
          <p:cNvSpPr txBox="1"/>
          <p:nvPr>
            <p:ph idx="4" type="subTitle"/>
          </p:nvPr>
        </p:nvSpPr>
        <p:spPr>
          <a:xfrm>
            <a:off x="321100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73" name="Google Shape;273;p35"/>
          <p:cNvSpPr/>
          <p:nvPr/>
        </p:nvSpPr>
        <p:spPr>
          <a:xfrm>
            <a:off x="614715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4" name="Google Shape;274;p35"/>
          <p:cNvSpPr txBox="1"/>
          <p:nvPr>
            <p:ph idx="5" type="body"/>
          </p:nvPr>
        </p:nvSpPr>
        <p:spPr>
          <a:xfrm>
            <a:off x="626429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5" name="Google Shape;275;p35"/>
          <p:cNvSpPr/>
          <p:nvPr/>
        </p:nvSpPr>
        <p:spPr>
          <a:xfrm>
            <a:off x="614724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6" name="Google Shape;276;p35"/>
          <p:cNvSpPr txBox="1"/>
          <p:nvPr>
            <p:ph idx="6" type="subTitle"/>
          </p:nvPr>
        </p:nvSpPr>
        <p:spPr>
          <a:xfrm>
            <a:off x="614715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0">
    <p:bg>
      <p:bgPr>
        <a:solidFill>
          <a:schemeClr val="lt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/>
          <p:nvPr/>
        </p:nvSpPr>
        <p:spPr>
          <a:xfrm>
            <a:off x="274950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9" name="Google Shape;279;p36"/>
          <p:cNvSpPr txBox="1"/>
          <p:nvPr>
            <p:ph idx="1" type="body"/>
          </p:nvPr>
        </p:nvSpPr>
        <p:spPr>
          <a:xfrm>
            <a:off x="363575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80" name="Google Shape;280;p3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81" name="Google Shape;281;p3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82" name="Google Shape;282;p36"/>
          <p:cNvSpPr/>
          <p:nvPr/>
        </p:nvSpPr>
        <p:spPr>
          <a:xfrm>
            <a:off x="275024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3" name="Google Shape;283;p36"/>
          <p:cNvSpPr txBox="1"/>
          <p:nvPr>
            <p:ph idx="2" type="subTitle"/>
          </p:nvPr>
        </p:nvSpPr>
        <p:spPr>
          <a:xfrm>
            <a:off x="274950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84" name="Google Shape;284;p36"/>
          <p:cNvSpPr/>
          <p:nvPr/>
        </p:nvSpPr>
        <p:spPr>
          <a:xfrm>
            <a:off x="2454747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5" name="Google Shape;285;p36"/>
          <p:cNvSpPr txBox="1"/>
          <p:nvPr>
            <p:ph idx="3" type="body"/>
          </p:nvPr>
        </p:nvSpPr>
        <p:spPr>
          <a:xfrm>
            <a:off x="2543370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86" name="Google Shape;286;p36"/>
          <p:cNvSpPr/>
          <p:nvPr/>
        </p:nvSpPr>
        <p:spPr>
          <a:xfrm>
            <a:off x="2454820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7" name="Google Shape;287;p36"/>
          <p:cNvSpPr txBox="1"/>
          <p:nvPr>
            <p:ph idx="4" type="subTitle"/>
          </p:nvPr>
        </p:nvSpPr>
        <p:spPr>
          <a:xfrm>
            <a:off x="2454747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88" name="Google Shape;288;p36"/>
          <p:cNvSpPr/>
          <p:nvPr/>
        </p:nvSpPr>
        <p:spPr>
          <a:xfrm>
            <a:off x="4634609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9" name="Google Shape;289;p36"/>
          <p:cNvSpPr txBox="1"/>
          <p:nvPr>
            <p:ph idx="5" type="body"/>
          </p:nvPr>
        </p:nvSpPr>
        <p:spPr>
          <a:xfrm>
            <a:off x="4723231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90" name="Google Shape;290;p36"/>
          <p:cNvSpPr/>
          <p:nvPr/>
        </p:nvSpPr>
        <p:spPr>
          <a:xfrm>
            <a:off x="4634683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1" name="Google Shape;291;p36"/>
          <p:cNvSpPr txBox="1"/>
          <p:nvPr>
            <p:ph idx="6" type="subTitle"/>
          </p:nvPr>
        </p:nvSpPr>
        <p:spPr>
          <a:xfrm>
            <a:off x="4634609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92" name="Google Shape;292;p36"/>
          <p:cNvSpPr/>
          <p:nvPr/>
        </p:nvSpPr>
        <p:spPr>
          <a:xfrm>
            <a:off x="6814406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3" name="Google Shape;293;p36"/>
          <p:cNvSpPr txBox="1"/>
          <p:nvPr>
            <p:ph idx="7" type="body"/>
          </p:nvPr>
        </p:nvSpPr>
        <p:spPr>
          <a:xfrm>
            <a:off x="6903026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94" name="Google Shape;294;p36"/>
          <p:cNvSpPr/>
          <p:nvPr/>
        </p:nvSpPr>
        <p:spPr>
          <a:xfrm>
            <a:off x="6814480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5" name="Google Shape;295;p36"/>
          <p:cNvSpPr txBox="1"/>
          <p:nvPr>
            <p:ph idx="8" type="subTitle"/>
          </p:nvPr>
        </p:nvSpPr>
        <p:spPr>
          <a:xfrm>
            <a:off x="6814406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Image">
  <p:cSld name="CUSTOM_3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/>
          <p:nvPr>
            <p:ph idx="2" type="pic"/>
          </p:nvPr>
        </p:nvSpPr>
        <p:spPr>
          <a:xfrm>
            <a:off x="274950" y="1352225"/>
            <a:ext cx="85989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37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99" name="Google Shape;299;p37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32">
    <p:bg>
      <p:bgPr>
        <a:solidFill>
          <a:schemeClr val="dk2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/>
          <p:nvPr/>
        </p:nvSpPr>
        <p:spPr>
          <a:xfrm>
            <a:off x="4672650" y="3723950"/>
            <a:ext cx="42012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2" name="Google Shape;302;p38"/>
          <p:cNvSpPr/>
          <p:nvPr/>
        </p:nvSpPr>
        <p:spPr>
          <a:xfrm>
            <a:off x="274950" y="3723950"/>
            <a:ext cx="42012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3" name="Google Shape;303;p38"/>
          <p:cNvSpPr txBox="1"/>
          <p:nvPr>
            <p:ph idx="1" type="body"/>
          </p:nvPr>
        </p:nvSpPr>
        <p:spPr>
          <a:xfrm>
            <a:off x="392400" y="3829313"/>
            <a:ext cx="39876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04" name="Google Shape;304;p3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05" name="Google Shape;305;p38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06" name="Google Shape;306;p38"/>
          <p:cNvSpPr/>
          <p:nvPr/>
        </p:nvSpPr>
        <p:spPr>
          <a:xfrm>
            <a:off x="275100" y="1279100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7" name="Google Shape;307;p38"/>
          <p:cNvSpPr txBox="1"/>
          <p:nvPr>
            <p:ph idx="2" type="subTitle"/>
          </p:nvPr>
        </p:nvSpPr>
        <p:spPr>
          <a:xfrm>
            <a:off x="274950" y="1309525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08" name="Google Shape;308;p38"/>
          <p:cNvSpPr/>
          <p:nvPr/>
        </p:nvSpPr>
        <p:spPr>
          <a:xfrm>
            <a:off x="4672725" y="1279100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9" name="Google Shape;309;p38"/>
          <p:cNvSpPr txBox="1"/>
          <p:nvPr>
            <p:ph idx="3" type="subTitle"/>
          </p:nvPr>
        </p:nvSpPr>
        <p:spPr>
          <a:xfrm>
            <a:off x="4672575" y="1309525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10" name="Google Shape;310;p38"/>
          <p:cNvSpPr/>
          <p:nvPr>
            <p:ph idx="4" type="pic"/>
          </p:nvPr>
        </p:nvSpPr>
        <p:spPr>
          <a:xfrm>
            <a:off x="274950" y="1822175"/>
            <a:ext cx="42012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38"/>
          <p:cNvSpPr txBox="1"/>
          <p:nvPr>
            <p:ph idx="5" type="body"/>
          </p:nvPr>
        </p:nvSpPr>
        <p:spPr>
          <a:xfrm>
            <a:off x="4779375" y="3829313"/>
            <a:ext cx="39876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12" name="Google Shape;312;p38"/>
          <p:cNvSpPr/>
          <p:nvPr>
            <p:ph idx="6" type="pic"/>
          </p:nvPr>
        </p:nvSpPr>
        <p:spPr>
          <a:xfrm>
            <a:off x="4672575" y="1822175"/>
            <a:ext cx="42012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33">
    <p:bg>
      <p:bgPr>
        <a:solidFill>
          <a:schemeClr val="dk2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/>
          <p:nvPr/>
        </p:nvSpPr>
        <p:spPr>
          <a:xfrm>
            <a:off x="3185399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15" name="Google Shape;315;p39"/>
          <p:cNvSpPr/>
          <p:nvPr/>
        </p:nvSpPr>
        <p:spPr>
          <a:xfrm>
            <a:off x="274950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16" name="Google Shape;316;p39"/>
          <p:cNvSpPr txBox="1"/>
          <p:nvPr>
            <p:ph idx="1" type="body"/>
          </p:nvPr>
        </p:nvSpPr>
        <p:spPr>
          <a:xfrm>
            <a:off x="352680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17" name="Google Shape;317;p3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18" name="Google Shape;318;p39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19" name="Google Shape;319;p39"/>
          <p:cNvSpPr/>
          <p:nvPr/>
        </p:nvSpPr>
        <p:spPr>
          <a:xfrm>
            <a:off x="27504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0" name="Google Shape;320;p39"/>
          <p:cNvSpPr txBox="1"/>
          <p:nvPr>
            <p:ph idx="2" type="subTitle"/>
          </p:nvPr>
        </p:nvSpPr>
        <p:spPr>
          <a:xfrm>
            <a:off x="27495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21" name="Google Shape;321;p39"/>
          <p:cNvSpPr/>
          <p:nvPr/>
        </p:nvSpPr>
        <p:spPr>
          <a:xfrm>
            <a:off x="318544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2" name="Google Shape;322;p39"/>
          <p:cNvSpPr txBox="1"/>
          <p:nvPr>
            <p:ph idx="3" type="subTitle"/>
          </p:nvPr>
        </p:nvSpPr>
        <p:spPr>
          <a:xfrm>
            <a:off x="318535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23" name="Google Shape;323;p39"/>
          <p:cNvSpPr/>
          <p:nvPr>
            <p:ph idx="4" type="pic"/>
          </p:nvPr>
        </p:nvSpPr>
        <p:spPr>
          <a:xfrm>
            <a:off x="27495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39"/>
          <p:cNvSpPr txBox="1"/>
          <p:nvPr>
            <p:ph idx="5" type="body"/>
          </p:nvPr>
        </p:nvSpPr>
        <p:spPr>
          <a:xfrm>
            <a:off x="3256031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25" name="Google Shape;325;p39"/>
          <p:cNvSpPr/>
          <p:nvPr>
            <p:ph idx="6" type="pic"/>
          </p:nvPr>
        </p:nvSpPr>
        <p:spPr>
          <a:xfrm>
            <a:off x="318535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39"/>
          <p:cNvSpPr/>
          <p:nvPr/>
        </p:nvSpPr>
        <p:spPr>
          <a:xfrm>
            <a:off x="6095809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7" name="Google Shape;327;p39"/>
          <p:cNvSpPr/>
          <p:nvPr/>
        </p:nvSpPr>
        <p:spPr>
          <a:xfrm>
            <a:off x="609585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8" name="Google Shape;328;p39"/>
          <p:cNvSpPr txBox="1"/>
          <p:nvPr>
            <p:ph idx="7" type="subTitle"/>
          </p:nvPr>
        </p:nvSpPr>
        <p:spPr>
          <a:xfrm>
            <a:off x="609576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29" name="Google Shape;329;p39"/>
          <p:cNvSpPr txBox="1"/>
          <p:nvPr>
            <p:ph idx="8" type="body"/>
          </p:nvPr>
        </p:nvSpPr>
        <p:spPr>
          <a:xfrm>
            <a:off x="6166441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30" name="Google Shape;330;p39"/>
          <p:cNvSpPr/>
          <p:nvPr>
            <p:ph idx="9" type="pic"/>
          </p:nvPr>
        </p:nvSpPr>
        <p:spPr>
          <a:xfrm>
            <a:off x="609576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34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/>
          <p:nvPr>
            <p:ph idx="2" type="pic"/>
          </p:nvPr>
        </p:nvSpPr>
        <p:spPr>
          <a:xfrm>
            <a:off x="274950" y="273750"/>
            <a:ext cx="8598900" cy="45960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35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/>
          <p:nvPr>
            <p:ph idx="2" type="pic"/>
          </p:nvPr>
        </p:nvSpPr>
        <p:spPr>
          <a:xfrm>
            <a:off x="7186900" y="1350138"/>
            <a:ext cx="16857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41"/>
          <p:cNvSpPr/>
          <p:nvPr/>
        </p:nvSpPr>
        <p:spPr>
          <a:xfrm>
            <a:off x="273650" y="282688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36" name="Google Shape;336;p41"/>
          <p:cNvSpPr txBox="1"/>
          <p:nvPr>
            <p:ph type="title"/>
          </p:nvPr>
        </p:nvSpPr>
        <p:spPr>
          <a:xfrm>
            <a:off x="271350" y="325027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37" name="Google Shape;337;p41"/>
          <p:cNvSpPr/>
          <p:nvPr>
            <p:ph idx="3" type="pic"/>
          </p:nvPr>
        </p:nvSpPr>
        <p:spPr>
          <a:xfrm>
            <a:off x="273650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41"/>
          <p:cNvSpPr/>
          <p:nvPr>
            <p:ph idx="4" type="pic"/>
          </p:nvPr>
        </p:nvSpPr>
        <p:spPr>
          <a:xfrm>
            <a:off x="1998688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41"/>
          <p:cNvSpPr/>
          <p:nvPr>
            <p:ph idx="5" type="pic"/>
          </p:nvPr>
        </p:nvSpPr>
        <p:spPr>
          <a:xfrm>
            <a:off x="3723713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41"/>
          <p:cNvSpPr/>
          <p:nvPr>
            <p:ph idx="6" type="pic"/>
          </p:nvPr>
        </p:nvSpPr>
        <p:spPr>
          <a:xfrm>
            <a:off x="5455300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41"/>
          <p:cNvSpPr/>
          <p:nvPr>
            <p:ph idx="7" type="pic"/>
          </p:nvPr>
        </p:nvSpPr>
        <p:spPr>
          <a:xfrm>
            <a:off x="273650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41"/>
          <p:cNvSpPr/>
          <p:nvPr>
            <p:ph idx="8" type="pic"/>
          </p:nvPr>
        </p:nvSpPr>
        <p:spPr>
          <a:xfrm>
            <a:off x="1998688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41"/>
          <p:cNvSpPr/>
          <p:nvPr>
            <p:ph idx="9" type="pic"/>
          </p:nvPr>
        </p:nvSpPr>
        <p:spPr>
          <a:xfrm>
            <a:off x="3723713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41"/>
          <p:cNvSpPr/>
          <p:nvPr>
            <p:ph idx="13" type="pic"/>
          </p:nvPr>
        </p:nvSpPr>
        <p:spPr>
          <a:xfrm>
            <a:off x="5455300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3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8" name="Google Shape;348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9" name="Google Shape;34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2" name="Google Shape;35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5" name="Google Shape;355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56" name="Google Shape;35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9" name="Google Shape;359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0" name="Google Shape;360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1" name="Google Shape;36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7" name="Google Shape;367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8" name="Google Shape;36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1" name="Google Shape;371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5" name="Google Shape;375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6" name="Google Shape;376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77" name="Google Shape;37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0" name="Google Shape;380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81" name="Google Shape;38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5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85" name="Google Shape;385;p5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5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0" name="Google Shape;390;p5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1" name="Google Shape;391;p5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2" name="Google Shape;392;p5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3" name="Google Shape;393;p5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5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7" name="Google Shape;397;p5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8" name="Google Shape;398;p54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9" name="Google Shape;399;p5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0" name="Google Shape;400;p54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1" name="Google Shape;401;p54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54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5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6" name="Google Shape;406;p5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7" name="Google Shape;407;p5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8" name="Google Shape;408;p5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9" name="Google Shape;409;p5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" name="Google Shape;410;p5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5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5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5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6" name="Google Shape;416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7" name="Google Shape;417;p5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5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5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5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3" name="Google Shape;42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4" name="Google Shape;42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5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6" name="Google Shape;426;p5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9" name="Google Shape;429;p5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5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5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2" name="Google Shape;432;p5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5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4" name="Google Shape;434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5" name="Google Shape;43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p5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7" name="Google Shape;437;p5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8" name="Google Shape;438;p5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4" name="Google Shape;444;p6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6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6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6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6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6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6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1" name="Google Shape;451;p6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6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6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2"/>
          <p:cNvSpPr txBox="1"/>
          <p:nvPr>
            <p:ph type="ctrTitle"/>
          </p:nvPr>
        </p:nvSpPr>
        <p:spPr>
          <a:xfrm>
            <a:off x="715100" y="1253300"/>
            <a:ext cx="5820600" cy="222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459" name="Google Shape;459;p62"/>
          <p:cNvSpPr txBox="1"/>
          <p:nvPr>
            <p:ph idx="1" type="subTitle"/>
          </p:nvPr>
        </p:nvSpPr>
        <p:spPr>
          <a:xfrm>
            <a:off x="715100" y="3480674"/>
            <a:ext cx="58206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0" name="Google Shape;460;p62"/>
          <p:cNvSpPr/>
          <p:nvPr/>
        </p:nvSpPr>
        <p:spPr>
          <a:xfrm>
            <a:off x="7230850" y="661325"/>
            <a:ext cx="4385100" cy="4385100"/>
          </a:xfrm>
          <a:prstGeom prst="ellipse">
            <a:avLst/>
          </a:prstGeom>
          <a:gradFill>
            <a:gsLst>
              <a:gs pos="0">
                <a:schemeClr val="accent3"/>
              </a:gs>
              <a:gs pos="0">
                <a:schemeClr val="accent1"/>
              </a:gs>
              <a:gs pos="57000">
                <a:schemeClr val="accent3"/>
              </a:gs>
              <a:gs pos="100000">
                <a:schemeClr val="accent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62"/>
          <p:cNvSpPr/>
          <p:nvPr/>
        </p:nvSpPr>
        <p:spPr>
          <a:xfrm>
            <a:off x="-1547450" y="-1375150"/>
            <a:ext cx="2982600" cy="2982600"/>
          </a:xfrm>
          <a:prstGeom prst="ellipse">
            <a:avLst/>
          </a:prstGeom>
          <a:gradFill>
            <a:gsLst>
              <a:gs pos="0">
                <a:schemeClr val="accent3"/>
              </a:gs>
              <a:gs pos="0">
                <a:schemeClr val="accent1"/>
              </a:gs>
              <a:gs pos="57000">
                <a:schemeClr val="accent3"/>
              </a:gs>
              <a:gs pos="100000">
                <a:schemeClr val="accent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62"/>
          <p:cNvGrpSpPr/>
          <p:nvPr/>
        </p:nvGrpSpPr>
        <p:grpSpPr>
          <a:xfrm>
            <a:off x="7315947" y="2"/>
            <a:ext cx="914032" cy="914032"/>
            <a:chOff x="3210550" y="2240200"/>
            <a:chExt cx="1341600" cy="1341600"/>
          </a:xfrm>
        </p:grpSpPr>
        <p:sp>
          <p:nvSpPr>
            <p:cNvPr id="463" name="Google Shape;463;p62"/>
            <p:cNvSpPr/>
            <p:nvPr/>
          </p:nvSpPr>
          <p:spPr>
            <a:xfrm rot="10800000">
              <a:off x="3210550" y="2240200"/>
              <a:ext cx="670800" cy="670800"/>
            </a:xfrm>
            <a:prstGeom prst="rtTriangle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62"/>
            <p:cNvSpPr/>
            <p:nvPr/>
          </p:nvSpPr>
          <p:spPr>
            <a:xfrm rot="10800000">
              <a:off x="3881350" y="2240200"/>
              <a:ext cx="670800" cy="670800"/>
            </a:xfrm>
            <a:prstGeom prst="rtTriangle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62"/>
            <p:cNvSpPr/>
            <p:nvPr/>
          </p:nvSpPr>
          <p:spPr>
            <a:xfrm rot="10800000">
              <a:off x="3881350" y="2911000"/>
              <a:ext cx="670800" cy="6708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62"/>
          <p:cNvGrpSpPr/>
          <p:nvPr/>
        </p:nvGrpSpPr>
        <p:grpSpPr>
          <a:xfrm>
            <a:off x="8229972" y="2"/>
            <a:ext cx="914032" cy="914032"/>
            <a:chOff x="3210550" y="2240200"/>
            <a:chExt cx="1341600" cy="1341600"/>
          </a:xfrm>
        </p:grpSpPr>
        <p:sp>
          <p:nvSpPr>
            <p:cNvPr id="467" name="Google Shape;467;p62"/>
            <p:cNvSpPr/>
            <p:nvPr/>
          </p:nvSpPr>
          <p:spPr>
            <a:xfrm rot="10800000">
              <a:off x="3210550" y="2240200"/>
              <a:ext cx="670800" cy="6708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62"/>
            <p:cNvSpPr/>
            <p:nvPr/>
          </p:nvSpPr>
          <p:spPr>
            <a:xfrm rot="10800000">
              <a:off x="3881350" y="2240200"/>
              <a:ext cx="670800" cy="6708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62"/>
            <p:cNvSpPr/>
            <p:nvPr/>
          </p:nvSpPr>
          <p:spPr>
            <a:xfrm rot="10800000">
              <a:off x="3881350" y="2911000"/>
              <a:ext cx="670800" cy="6708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62"/>
          <p:cNvGrpSpPr/>
          <p:nvPr/>
        </p:nvGrpSpPr>
        <p:grpSpPr>
          <a:xfrm>
            <a:off x="3984960" y="123852"/>
            <a:ext cx="1174088" cy="469635"/>
            <a:chOff x="4486675" y="116800"/>
            <a:chExt cx="1264500" cy="505800"/>
          </a:xfrm>
        </p:grpSpPr>
        <p:sp>
          <p:nvSpPr>
            <p:cNvPr id="471" name="Google Shape;471;p62"/>
            <p:cNvSpPr/>
            <p:nvPr/>
          </p:nvSpPr>
          <p:spPr>
            <a:xfrm rot="-5400000">
              <a:off x="4739575" y="116800"/>
              <a:ext cx="252900" cy="252900"/>
            </a:xfrm>
            <a:prstGeom prst="flowChartDelay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62"/>
            <p:cNvSpPr/>
            <p:nvPr/>
          </p:nvSpPr>
          <p:spPr>
            <a:xfrm rot="5400000">
              <a:off x="4486675" y="369700"/>
              <a:ext cx="252900" cy="252900"/>
            </a:xfrm>
            <a:prstGeom prst="flowChartDelay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62"/>
            <p:cNvSpPr/>
            <p:nvPr/>
          </p:nvSpPr>
          <p:spPr>
            <a:xfrm rot="-5400000">
              <a:off x="5245375" y="116800"/>
              <a:ext cx="252900" cy="252900"/>
            </a:xfrm>
            <a:prstGeom prst="flowChartDelay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62"/>
            <p:cNvSpPr/>
            <p:nvPr/>
          </p:nvSpPr>
          <p:spPr>
            <a:xfrm rot="5400000">
              <a:off x="4992475" y="369700"/>
              <a:ext cx="252900" cy="252900"/>
            </a:xfrm>
            <a:prstGeom prst="flowChartDelay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62"/>
            <p:cNvSpPr/>
            <p:nvPr/>
          </p:nvSpPr>
          <p:spPr>
            <a:xfrm rot="5400000">
              <a:off x="5498275" y="369700"/>
              <a:ext cx="252900" cy="252900"/>
            </a:xfrm>
            <a:prstGeom prst="flowChartDelay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3"/>
          <p:cNvSpPr txBox="1"/>
          <p:nvPr>
            <p:ph type="title"/>
          </p:nvPr>
        </p:nvSpPr>
        <p:spPr>
          <a:xfrm>
            <a:off x="2557804" y="2150850"/>
            <a:ext cx="4568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78" name="Google Shape;478;p63"/>
          <p:cNvSpPr txBox="1"/>
          <p:nvPr>
            <p:ph hasCustomPrompt="1" idx="2" type="title"/>
          </p:nvPr>
        </p:nvSpPr>
        <p:spPr>
          <a:xfrm>
            <a:off x="0" y="2150850"/>
            <a:ext cx="2520000" cy="841800"/>
          </a:xfrm>
          <a:prstGeom prst="rect">
            <a:avLst/>
          </a:prstGeom>
          <a:solidFill>
            <a:srgbClr val="5A9BAD">
              <a:alpha val="5157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479" name="Google Shape;479;p63"/>
          <p:cNvGrpSpPr/>
          <p:nvPr/>
        </p:nvGrpSpPr>
        <p:grpSpPr>
          <a:xfrm>
            <a:off x="8218850" y="2150850"/>
            <a:ext cx="2583000" cy="2583300"/>
            <a:chOff x="8218850" y="2150850"/>
            <a:chExt cx="2583000" cy="2583300"/>
          </a:xfrm>
        </p:grpSpPr>
        <p:sp>
          <p:nvSpPr>
            <p:cNvPr id="480" name="Google Shape;480;p63"/>
            <p:cNvSpPr/>
            <p:nvPr/>
          </p:nvSpPr>
          <p:spPr>
            <a:xfrm>
              <a:off x="8218850" y="2150850"/>
              <a:ext cx="2583000" cy="2583300"/>
            </a:xfrm>
            <a:prstGeom prst="pie">
              <a:avLst>
                <a:gd fmla="val 5429160" name="adj1"/>
                <a:gd fmla="val 10747887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1" name="Google Shape;481;p63"/>
            <p:cNvGrpSpPr/>
            <p:nvPr/>
          </p:nvGrpSpPr>
          <p:grpSpPr>
            <a:xfrm>
              <a:off x="8339713" y="2318621"/>
              <a:ext cx="2247710" cy="2247710"/>
              <a:chOff x="7478975" y="1326225"/>
              <a:chExt cx="2057400" cy="2057400"/>
            </a:xfrm>
          </p:grpSpPr>
          <p:sp>
            <p:nvSpPr>
              <p:cNvPr id="482" name="Google Shape;482;p63"/>
              <p:cNvSpPr/>
              <p:nvPr/>
            </p:nvSpPr>
            <p:spPr>
              <a:xfrm>
                <a:off x="7478975" y="1326225"/>
                <a:ext cx="2057400" cy="2057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483" name="Google Shape;483;p63"/>
              <p:cNvSpPr/>
              <p:nvPr/>
            </p:nvSpPr>
            <p:spPr>
              <a:xfrm>
                <a:off x="7593275" y="1440525"/>
                <a:ext cx="1828800" cy="1828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484" name="Google Shape;484;p63"/>
              <p:cNvSpPr/>
              <p:nvPr/>
            </p:nvSpPr>
            <p:spPr>
              <a:xfrm>
                <a:off x="7707575" y="1554825"/>
                <a:ext cx="1600200" cy="1600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485" name="Google Shape;485;p63"/>
              <p:cNvSpPr/>
              <p:nvPr/>
            </p:nvSpPr>
            <p:spPr>
              <a:xfrm>
                <a:off x="7821875" y="1669125"/>
                <a:ext cx="1371600" cy="1371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486" name="Google Shape;486;p63"/>
              <p:cNvSpPr/>
              <p:nvPr/>
            </p:nvSpPr>
            <p:spPr>
              <a:xfrm>
                <a:off x="7936175" y="1783425"/>
                <a:ext cx="1143000" cy="114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487" name="Google Shape;487;p63"/>
              <p:cNvSpPr/>
              <p:nvPr/>
            </p:nvSpPr>
            <p:spPr>
              <a:xfrm>
                <a:off x="8050475" y="1897725"/>
                <a:ext cx="914400" cy="91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488" name="Google Shape;488;p63"/>
              <p:cNvSpPr/>
              <p:nvPr/>
            </p:nvSpPr>
            <p:spPr>
              <a:xfrm>
                <a:off x="8164775" y="2012025"/>
                <a:ext cx="685800" cy="685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489" name="Google Shape;489;p63"/>
              <p:cNvSpPr/>
              <p:nvPr/>
            </p:nvSpPr>
            <p:spPr>
              <a:xfrm>
                <a:off x="8279075" y="2126325"/>
                <a:ext cx="457200" cy="457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490" name="Google Shape;490;p63"/>
              <p:cNvSpPr/>
              <p:nvPr/>
            </p:nvSpPr>
            <p:spPr>
              <a:xfrm>
                <a:off x="8393375" y="2240625"/>
                <a:ext cx="228600" cy="228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</p:grpSp>
      </p:grpSp>
      <p:sp>
        <p:nvSpPr>
          <p:cNvPr id="491" name="Google Shape;491;p63"/>
          <p:cNvSpPr/>
          <p:nvPr/>
        </p:nvSpPr>
        <p:spPr>
          <a:xfrm rot="5400000">
            <a:off x="-965500" y="-692675"/>
            <a:ext cx="2058300" cy="1993200"/>
          </a:xfrm>
          <a:prstGeom prst="flowChartDelay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63"/>
          <p:cNvSpPr/>
          <p:nvPr/>
        </p:nvSpPr>
        <p:spPr>
          <a:xfrm>
            <a:off x="289250" y="3693450"/>
            <a:ext cx="4398300" cy="4398300"/>
          </a:xfrm>
          <a:prstGeom prst="ellipse">
            <a:avLst/>
          </a:prstGeom>
          <a:gradFill>
            <a:gsLst>
              <a:gs pos="0">
                <a:schemeClr val="accent3"/>
              </a:gs>
              <a:gs pos="0">
                <a:schemeClr val="accent1"/>
              </a:gs>
              <a:gs pos="57000">
                <a:schemeClr val="accent3"/>
              </a:gs>
              <a:gs pos="100000">
                <a:schemeClr val="accent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3" name="Google Shape;493;p63"/>
          <p:cNvGrpSpPr/>
          <p:nvPr/>
        </p:nvGrpSpPr>
        <p:grpSpPr>
          <a:xfrm>
            <a:off x="8168000" y="-431350"/>
            <a:ext cx="1251300" cy="1251300"/>
            <a:chOff x="8168000" y="-431350"/>
            <a:chExt cx="1251300" cy="1251300"/>
          </a:xfrm>
        </p:grpSpPr>
        <p:sp>
          <p:nvSpPr>
            <p:cNvPr id="494" name="Google Shape;494;p63"/>
            <p:cNvSpPr/>
            <p:nvPr/>
          </p:nvSpPr>
          <p:spPr>
            <a:xfrm rot="-5400000">
              <a:off x="8168000" y="-431350"/>
              <a:ext cx="1251300" cy="1251300"/>
            </a:xfrm>
            <a:prstGeom prst="pie">
              <a:avLst>
                <a:gd fmla="val 10800158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63"/>
            <p:cNvSpPr/>
            <p:nvPr/>
          </p:nvSpPr>
          <p:spPr>
            <a:xfrm rot="-5400000">
              <a:off x="8415226" y="326627"/>
              <a:ext cx="223800" cy="223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4"/>
          <p:cNvSpPr txBox="1"/>
          <p:nvPr>
            <p:ph type="title"/>
          </p:nvPr>
        </p:nvSpPr>
        <p:spPr>
          <a:xfrm>
            <a:off x="720000" y="45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8" name="Google Shape;498;p64"/>
          <p:cNvSpPr txBox="1"/>
          <p:nvPr>
            <p:ph idx="1" type="body"/>
          </p:nvPr>
        </p:nvSpPr>
        <p:spPr>
          <a:xfrm>
            <a:off x="720000" y="1076275"/>
            <a:ext cx="7704000" cy="3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99" name="Google Shape;499;p64"/>
          <p:cNvSpPr/>
          <p:nvPr/>
        </p:nvSpPr>
        <p:spPr>
          <a:xfrm rot="-1461666">
            <a:off x="-1523543" y="2454143"/>
            <a:ext cx="2850278" cy="2850278"/>
          </a:xfrm>
          <a:prstGeom prst="ellipse">
            <a:avLst/>
          </a:prstGeom>
          <a:gradFill>
            <a:gsLst>
              <a:gs pos="0">
                <a:schemeClr val="accent2"/>
              </a:gs>
              <a:gs pos="0">
                <a:schemeClr val="accent2"/>
              </a:gs>
              <a:gs pos="57000">
                <a:schemeClr val="accent3"/>
              </a:gs>
              <a:gs pos="100000">
                <a:schemeClr val="accent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0" name="Google Shape;500;p64"/>
          <p:cNvGrpSpPr/>
          <p:nvPr/>
        </p:nvGrpSpPr>
        <p:grpSpPr>
          <a:xfrm>
            <a:off x="8667279" y="3163974"/>
            <a:ext cx="951900" cy="1430625"/>
            <a:chOff x="8667279" y="3163974"/>
            <a:chExt cx="951900" cy="1430625"/>
          </a:xfrm>
        </p:grpSpPr>
        <p:sp>
          <p:nvSpPr>
            <p:cNvPr id="501" name="Google Shape;501;p64"/>
            <p:cNvSpPr/>
            <p:nvPr/>
          </p:nvSpPr>
          <p:spPr>
            <a:xfrm>
              <a:off x="8667279" y="3163974"/>
              <a:ext cx="951900" cy="951900"/>
            </a:xfrm>
            <a:prstGeom prst="pie">
              <a:avLst>
                <a:gd fmla="val 10800158" name="adj1"/>
                <a:gd fmla="val 16200000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64"/>
            <p:cNvSpPr/>
            <p:nvPr/>
          </p:nvSpPr>
          <p:spPr>
            <a:xfrm>
              <a:off x="8667279" y="3642699"/>
              <a:ext cx="951900" cy="951900"/>
            </a:xfrm>
            <a:prstGeom prst="pie">
              <a:avLst>
                <a:gd fmla="val 10800158" name="adj1"/>
                <a:gd fmla="val 1620000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3" name="Google Shape;503;p64"/>
          <p:cNvSpPr/>
          <p:nvPr/>
        </p:nvSpPr>
        <p:spPr>
          <a:xfrm>
            <a:off x="8428900" y="-409525"/>
            <a:ext cx="1584900" cy="1584900"/>
          </a:xfrm>
          <a:prstGeom prst="donut">
            <a:avLst>
              <a:gd fmla="val 2085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4" name="Google Shape;504;p64"/>
          <p:cNvGrpSpPr/>
          <p:nvPr/>
        </p:nvGrpSpPr>
        <p:grpSpPr>
          <a:xfrm>
            <a:off x="1346124" y="119449"/>
            <a:ext cx="1584831" cy="107400"/>
            <a:chOff x="1346124" y="119449"/>
            <a:chExt cx="1584831" cy="107400"/>
          </a:xfrm>
        </p:grpSpPr>
        <p:sp>
          <p:nvSpPr>
            <p:cNvPr id="505" name="Google Shape;505;p64"/>
            <p:cNvSpPr/>
            <p:nvPr/>
          </p:nvSpPr>
          <p:spPr>
            <a:xfrm rot="-5400000">
              <a:off x="1346124" y="119449"/>
              <a:ext cx="107400" cy="107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64"/>
            <p:cNvSpPr/>
            <p:nvPr/>
          </p:nvSpPr>
          <p:spPr>
            <a:xfrm rot="-5400000">
              <a:off x="1641611" y="119449"/>
              <a:ext cx="107400" cy="107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64"/>
            <p:cNvSpPr/>
            <p:nvPr/>
          </p:nvSpPr>
          <p:spPr>
            <a:xfrm rot="-5400000">
              <a:off x="1937097" y="119449"/>
              <a:ext cx="107400" cy="107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64"/>
            <p:cNvSpPr/>
            <p:nvPr/>
          </p:nvSpPr>
          <p:spPr>
            <a:xfrm rot="-5400000">
              <a:off x="2232583" y="119449"/>
              <a:ext cx="107400" cy="107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64"/>
            <p:cNvSpPr/>
            <p:nvPr/>
          </p:nvSpPr>
          <p:spPr>
            <a:xfrm rot="-5400000">
              <a:off x="2528069" y="119449"/>
              <a:ext cx="107400" cy="107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64"/>
            <p:cNvSpPr/>
            <p:nvPr/>
          </p:nvSpPr>
          <p:spPr>
            <a:xfrm rot="-5400000">
              <a:off x="2823555" y="119449"/>
              <a:ext cx="107400" cy="107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5"/>
          <p:cNvSpPr txBox="1"/>
          <p:nvPr>
            <p:ph idx="1" type="subTitle"/>
          </p:nvPr>
        </p:nvSpPr>
        <p:spPr>
          <a:xfrm>
            <a:off x="1344213" y="2291475"/>
            <a:ext cx="3001800" cy="14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3" name="Google Shape;513;p65"/>
          <p:cNvSpPr txBox="1"/>
          <p:nvPr>
            <p:ph type="title"/>
          </p:nvPr>
        </p:nvSpPr>
        <p:spPr>
          <a:xfrm>
            <a:off x="720000" y="45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4" name="Google Shape;514;p65"/>
          <p:cNvSpPr txBox="1"/>
          <p:nvPr>
            <p:ph idx="2" type="subTitle"/>
          </p:nvPr>
        </p:nvSpPr>
        <p:spPr>
          <a:xfrm>
            <a:off x="1344213" y="1750175"/>
            <a:ext cx="3001800" cy="475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5" name="Google Shape;515;p65"/>
          <p:cNvSpPr txBox="1"/>
          <p:nvPr>
            <p:ph idx="3" type="subTitle"/>
          </p:nvPr>
        </p:nvSpPr>
        <p:spPr>
          <a:xfrm>
            <a:off x="4797986" y="2291475"/>
            <a:ext cx="3001800" cy="14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6" name="Google Shape;516;p65"/>
          <p:cNvSpPr txBox="1"/>
          <p:nvPr>
            <p:ph idx="4" type="subTitle"/>
          </p:nvPr>
        </p:nvSpPr>
        <p:spPr>
          <a:xfrm>
            <a:off x="4797985" y="1750175"/>
            <a:ext cx="3001800" cy="475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517" name="Google Shape;517;p65"/>
          <p:cNvGrpSpPr/>
          <p:nvPr/>
        </p:nvGrpSpPr>
        <p:grpSpPr>
          <a:xfrm>
            <a:off x="8344350" y="1370175"/>
            <a:ext cx="602700" cy="602700"/>
            <a:chOff x="8344350" y="1370175"/>
            <a:chExt cx="602700" cy="602700"/>
          </a:xfrm>
        </p:grpSpPr>
        <p:sp>
          <p:nvSpPr>
            <p:cNvPr id="518" name="Google Shape;518;p65"/>
            <p:cNvSpPr/>
            <p:nvPr/>
          </p:nvSpPr>
          <p:spPr>
            <a:xfrm rot="-5400000">
              <a:off x="8344350" y="1370175"/>
              <a:ext cx="602700" cy="602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65"/>
            <p:cNvSpPr/>
            <p:nvPr/>
          </p:nvSpPr>
          <p:spPr>
            <a:xfrm rot="-5400000">
              <a:off x="8344350" y="1370175"/>
              <a:ext cx="602700" cy="602700"/>
            </a:xfrm>
            <a:prstGeom prst="pie">
              <a:avLst>
                <a:gd fmla="val 5429160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0" name="Google Shape;520;p65"/>
          <p:cNvGrpSpPr/>
          <p:nvPr/>
        </p:nvGrpSpPr>
        <p:grpSpPr>
          <a:xfrm rot="5400000">
            <a:off x="-1" y="4213513"/>
            <a:ext cx="929997" cy="929997"/>
            <a:chOff x="3210550" y="2240200"/>
            <a:chExt cx="1341600" cy="1341600"/>
          </a:xfrm>
        </p:grpSpPr>
        <p:sp>
          <p:nvSpPr>
            <p:cNvPr id="521" name="Google Shape;521;p65"/>
            <p:cNvSpPr/>
            <p:nvPr/>
          </p:nvSpPr>
          <p:spPr>
            <a:xfrm rot="10800000">
              <a:off x="3210550" y="2240200"/>
              <a:ext cx="670800" cy="6708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65"/>
            <p:cNvSpPr/>
            <p:nvPr/>
          </p:nvSpPr>
          <p:spPr>
            <a:xfrm rot="10800000">
              <a:off x="3881350" y="2240200"/>
              <a:ext cx="670800" cy="6708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65"/>
            <p:cNvSpPr/>
            <p:nvPr/>
          </p:nvSpPr>
          <p:spPr>
            <a:xfrm rot="10800000">
              <a:off x="3881350" y="2911000"/>
              <a:ext cx="670800" cy="6708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4" name="Google Shape;524;p65"/>
          <p:cNvSpPr/>
          <p:nvPr/>
        </p:nvSpPr>
        <p:spPr>
          <a:xfrm>
            <a:off x="7741450" y="3561427"/>
            <a:ext cx="2813700" cy="2813700"/>
          </a:xfrm>
          <a:prstGeom prst="ellipse">
            <a:avLst/>
          </a:prstGeom>
          <a:gradFill>
            <a:gsLst>
              <a:gs pos="0">
                <a:schemeClr val="accent3"/>
              </a:gs>
              <a:gs pos="0">
                <a:schemeClr val="accent1"/>
              </a:gs>
              <a:gs pos="57000">
                <a:schemeClr val="accent3"/>
              </a:gs>
              <a:gs pos="100000">
                <a:schemeClr val="accent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5" name="Google Shape;525;p65"/>
          <p:cNvGrpSpPr/>
          <p:nvPr/>
        </p:nvGrpSpPr>
        <p:grpSpPr>
          <a:xfrm>
            <a:off x="272125" y="405524"/>
            <a:ext cx="371670" cy="1494444"/>
            <a:chOff x="272125" y="405524"/>
            <a:chExt cx="371670" cy="1494444"/>
          </a:xfrm>
        </p:grpSpPr>
        <p:sp>
          <p:nvSpPr>
            <p:cNvPr id="526" name="Google Shape;526;p65"/>
            <p:cNvSpPr/>
            <p:nvPr/>
          </p:nvSpPr>
          <p:spPr>
            <a:xfrm>
              <a:off x="272125" y="405524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65"/>
            <p:cNvSpPr/>
            <p:nvPr/>
          </p:nvSpPr>
          <p:spPr>
            <a:xfrm>
              <a:off x="272125" y="684133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65"/>
            <p:cNvSpPr/>
            <p:nvPr/>
          </p:nvSpPr>
          <p:spPr>
            <a:xfrm>
              <a:off x="272125" y="962741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65"/>
            <p:cNvSpPr/>
            <p:nvPr/>
          </p:nvSpPr>
          <p:spPr>
            <a:xfrm>
              <a:off x="272125" y="1241350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65"/>
            <p:cNvSpPr/>
            <p:nvPr/>
          </p:nvSpPr>
          <p:spPr>
            <a:xfrm>
              <a:off x="272125" y="1519959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65"/>
            <p:cNvSpPr/>
            <p:nvPr/>
          </p:nvSpPr>
          <p:spPr>
            <a:xfrm>
              <a:off x="272125" y="1798568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65"/>
            <p:cNvSpPr/>
            <p:nvPr/>
          </p:nvSpPr>
          <p:spPr>
            <a:xfrm>
              <a:off x="542395" y="405524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65"/>
            <p:cNvSpPr/>
            <p:nvPr/>
          </p:nvSpPr>
          <p:spPr>
            <a:xfrm>
              <a:off x="542395" y="684133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65"/>
            <p:cNvSpPr/>
            <p:nvPr/>
          </p:nvSpPr>
          <p:spPr>
            <a:xfrm>
              <a:off x="542395" y="962741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65"/>
            <p:cNvSpPr/>
            <p:nvPr/>
          </p:nvSpPr>
          <p:spPr>
            <a:xfrm>
              <a:off x="542395" y="1241350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65"/>
            <p:cNvSpPr/>
            <p:nvPr/>
          </p:nvSpPr>
          <p:spPr>
            <a:xfrm>
              <a:off x="542395" y="1519959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65"/>
            <p:cNvSpPr/>
            <p:nvPr/>
          </p:nvSpPr>
          <p:spPr>
            <a:xfrm>
              <a:off x="542395" y="1798568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6"/>
          <p:cNvSpPr txBox="1"/>
          <p:nvPr>
            <p:ph type="title"/>
          </p:nvPr>
        </p:nvSpPr>
        <p:spPr>
          <a:xfrm>
            <a:off x="720000" y="45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40" name="Google Shape;540;p66"/>
          <p:cNvGrpSpPr/>
          <p:nvPr/>
        </p:nvGrpSpPr>
        <p:grpSpPr>
          <a:xfrm>
            <a:off x="-467600" y="4368437"/>
            <a:ext cx="1251300" cy="1251300"/>
            <a:chOff x="-467600" y="4368437"/>
            <a:chExt cx="1251300" cy="1251300"/>
          </a:xfrm>
        </p:grpSpPr>
        <p:sp>
          <p:nvSpPr>
            <p:cNvPr id="541" name="Google Shape;541;p66"/>
            <p:cNvSpPr/>
            <p:nvPr/>
          </p:nvSpPr>
          <p:spPr>
            <a:xfrm flipH="1">
              <a:off x="-467600" y="4368437"/>
              <a:ext cx="1251300" cy="1251300"/>
            </a:xfrm>
            <a:prstGeom prst="pie">
              <a:avLst>
                <a:gd fmla="val 10800158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66"/>
            <p:cNvSpPr/>
            <p:nvPr/>
          </p:nvSpPr>
          <p:spPr>
            <a:xfrm flipH="1">
              <a:off x="290377" y="4615663"/>
              <a:ext cx="223800" cy="223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3" name="Google Shape;543;p66"/>
          <p:cNvGrpSpPr/>
          <p:nvPr/>
        </p:nvGrpSpPr>
        <p:grpSpPr>
          <a:xfrm>
            <a:off x="288243" y="585336"/>
            <a:ext cx="125400" cy="1504543"/>
            <a:chOff x="288243" y="585336"/>
            <a:chExt cx="125400" cy="1504543"/>
          </a:xfrm>
        </p:grpSpPr>
        <p:sp>
          <p:nvSpPr>
            <p:cNvPr id="544" name="Google Shape;544;p66"/>
            <p:cNvSpPr/>
            <p:nvPr/>
          </p:nvSpPr>
          <p:spPr>
            <a:xfrm flipH="1">
              <a:off x="288243" y="585336"/>
              <a:ext cx="125400" cy="125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66"/>
            <p:cNvSpPr/>
            <p:nvPr/>
          </p:nvSpPr>
          <p:spPr>
            <a:xfrm flipH="1">
              <a:off x="288243" y="930122"/>
              <a:ext cx="125400" cy="125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66"/>
            <p:cNvSpPr/>
            <p:nvPr/>
          </p:nvSpPr>
          <p:spPr>
            <a:xfrm flipH="1">
              <a:off x="288243" y="1274908"/>
              <a:ext cx="125400" cy="125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66"/>
            <p:cNvSpPr/>
            <p:nvPr/>
          </p:nvSpPr>
          <p:spPr>
            <a:xfrm flipH="1">
              <a:off x="288243" y="1619694"/>
              <a:ext cx="125400" cy="125400"/>
            </a:xfrm>
            <a:prstGeom prst="ellipse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66"/>
            <p:cNvSpPr/>
            <p:nvPr/>
          </p:nvSpPr>
          <p:spPr>
            <a:xfrm flipH="1">
              <a:off x="288243" y="1964480"/>
              <a:ext cx="125400" cy="125400"/>
            </a:xfrm>
            <a:prstGeom prst="ellipse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9" name="Google Shape;549;p66"/>
          <p:cNvGrpSpPr/>
          <p:nvPr/>
        </p:nvGrpSpPr>
        <p:grpSpPr>
          <a:xfrm rot="5400000">
            <a:off x="8322135" y="2336927"/>
            <a:ext cx="1174088" cy="469635"/>
            <a:chOff x="4486675" y="116800"/>
            <a:chExt cx="1264500" cy="505800"/>
          </a:xfrm>
        </p:grpSpPr>
        <p:sp>
          <p:nvSpPr>
            <p:cNvPr id="550" name="Google Shape;550;p66"/>
            <p:cNvSpPr/>
            <p:nvPr/>
          </p:nvSpPr>
          <p:spPr>
            <a:xfrm rot="-5400000">
              <a:off x="4739575" y="116800"/>
              <a:ext cx="252900" cy="252900"/>
            </a:xfrm>
            <a:prstGeom prst="flowChartDelay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66"/>
            <p:cNvSpPr/>
            <p:nvPr/>
          </p:nvSpPr>
          <p:spPr>
            <a:xfrm rot="5400000">
              <a:off x="4486675" y="369700"/>
              <a:ext cx="252900" cy="252900"/>
            </a:xfrm>
            <a:prstGeom prst="flowChartDelay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66"/>
            <p:cNvSpPr/>
            <p:nvPr/>
          </p:nvSpPr>
          <p:spPr>
            <a:xfrm rot="-5400000">
              <a:off x="5245375" y="116800"/>
              <a:ext cx="252900" cy="252900"/>
            </a:xfrm>
            <a:prstGeom prst="flowChartDelay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66"/>
            <p:cNvSpPr/>
            <p:nvPr/>
          </p:nvSpPr>
          <p:spPr>
            <a:xfrm rot="5400000">
              <a:off x="4992475" y="369700"/>
              <a:ext cx="252900" cy="252900"/>
            </a:xfrm>
            <a:prstGeom prst="flowChartDelay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66"/>
            <p:cNvSpPr/>
            <p:nvPr/>
          </p:nvSpPr>
          <p:spPr>
            <a:xfrm rot="5400000">
              <a:off x="5498275" y="369700"/>
              <a:ext cx="252900" cy="252900"/>
            </a:xfrm>
            <a:prstGeom prst="flowChartDelay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7"/>
          <p:cNvSpPr/>
          <p:nvPr/>
        </p:nvSpPr>
        <p:spPr>
          <a:xfrm>
            <a:off x="-1111700" y="-2281800"/>
            <a:ext cx="3375000" cy="3375000"/>
          </a:xfrm>
          <a:prstGeom prst="ellipse">
            <a:avLst/>
          </a:prstGeom>
          <a:gradFill>
            <a:gsLst>
              <a:gs pos="0">
                <a:schemeClr val="accent2"/>
              </a:gs>
              <a:gs pos="0">
                <a:schemeClr val="accent2"/>
              </a:gs>
              <a:gs pos="57000">
                <a:schemeClr val="accent3"/>
              </a:gs>
              <a:gs pos="100000">
                <a:schemeClr val="accent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67"/>
          <p:cNvSpPr txBox="1"/>
          <p:nvPr>
            <p:ph type="title"/>
          </p:nvPr>
        </p:nvSpPr>
        <p:spPr>
          <a:xfrm>
            <a:off x="720000" y="964350"/>
            <a:ext cx="4279500" cy="108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8" name="Google Shape;558;p67"/>
          <p:cNvSpPr txBox="1"/>
          <p:nvPr>
            <p:ph idx="1" type="body"/>
          </p:nvPr>
        </p:nvSpPr>
        <p:spPr>
          <a:xfrm>
            <a:off x="720000" y="2098360"/>
            <a:ext cx="4279500" cy="20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59" name="Google Shape;559;p67"/>
          <p:cNvSpPr/>
          <p:nvPr>
            <p:ph idx="2" type="pic"/>
          </p:nvPr>
        </p:nvSpPr>
        <p:spPr>
          <a:xfrm>
            <a:off x="5596300" y="535000"/>
            <a:ext cx="2832600" cy="4068900"/>
          </a:xfrm>
          <a:prstGeom prst="rect">
            <a:avLst/>
          </a:prstGeom>
          <a:noFill/>
          <a:ln>
            <a:noFill/>
          </a:ln>
          <a:effectLst>
            <a:outerShdw rotWithShape="0" algn="bl" dir="18900000" dist="314325">
              <a:schemeClr val="dk1"/>
            </a:outerShdw>
          </a:effectLst>
        </p:spPr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8"/>
          <p:cNvSpPr txBox="1"/>
          <p:nvPr>
            <p:ph type="title"/>
          </p:nvPr>
        </p:nvSpPr>
        <p:spPr>
          <a:xfrm>
            <a:off x="2345400" y="1535550"/>
            <a:ext cx="4453200" cy="207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562" name="Google Shape;562;p68"/>
          <p:cNvGrpSpPr/>
          <p:nvPr/>
        </p:nvGrpSpPr>
        <p:grpSpPr>
          <a:xfrm>
            <a:off x="4691901" y="-1585087"/>
            <a:ext cx="3040200" cy="3039600"/>
            <a:chOff x="4691901" y="-1585087"/>
            <a:chExt cx="3040200" cy="3039600"/>
          </a:xfrm>
        </p:grpSpPr>
        <p:sp>
          <p:nvSpPr>
            <p:cNvPr id="563" name="Google Shape;563;p68"/>
            <p:cNvSpPr/>
            <p:nvPr/>
          </p:nvSpPr>
          <p:spPr>
            <a:xfrm flipH="1" rot="2824128">
              <a:off x="5136639" y="-1140869"/>
              <a:ext cx="2150724" cy="2151163"/>
            </a:xfrm>
            <a:prstGeom prst="pie">
              <a:avLst>
                <a:gd fmla="val 5429160" name="adj1"/>
                <a:gd fmla="val 14416659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4" name="Google Shape;564;p68"/>
            <p:cNvGrpSpPr/>
            <p:nvPr/>
          </p:nvGrpSpPr>
          <p:grpSpPr>
            <a:xfrm flipH="1" rot="5765387">
              <a:off x="5272431" y="-961873"/>
              <a:ext cx="1871479" cy="1871479"/>
              <a:chOff x="7478975" y="1326225"/>
              <a:chExt cx="2057400" cy="2057400"/>
            </a:xfrm>
          </p:grpSpPr>
          <p:sp>
            <p:nvSpPr>
              <p:cNvPr id="565" name="Google Shape;565;p68"/>
              <p:cNvSpPr/>
              <p:nvPr/>
            </p:nvSpPr>
            <p:spPr>
              <a:xfrm>
                <a:off x="7478975" y="1326225"/>
                <a:ext cx="2057400" cy="2057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566" name="Google Shape;566;p68"/>
              <p:cNvSpPr/>
              <p:nvPr/>
            </p:nvSpPr>
            <p:spPr>
              <a:xfrm>
                <a:off x="7593275" y="1440525"/>
                <a:ext cx="1828800" cy="1828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567" name="Google Shape;567;p68"/>
              <p:cNvSpPr/>
              <p:nvPr/>
            </p:nvSpPr>
            <p:spPr>
              <a:xfrm>
                <a:off x="7707575" y="1554825"/>
                <a:ext cx="1600200" cy="1600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568" name="Google Shape;568;p68"/>
              <p:cNvSpPr/>
              <p:nvPr/>
            </p:nvSpPr>
            <p:spPr>
              <a:xfrm>
                <a:off x="7821875" y="1669125"/>
                <a:ext cx="1371600" cy="1371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569" name="Google Shape;569;p68"/>
              <p:cNvSpPr/>
              <p:nvPr/>
            </p:nvSpPr>
            <p:spPr>
              <a:xfrm>
                <a:off x="7936175" y="1783425"/>
                <a:ext cx="1143000" cy="114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570" name="Google Shape;570;p68"/>
              <p:cNvSpPr/>
              <p:nvPr/>
            </p:nvSpPr>
            <p:spPr>
              <a:xfrm>
                <a:off x="8050475" y="1897725"/>
                <a:ext cx="914400" cy="91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571" name="Google Shape;571;p68"/>
              <p:cNvSpPr/>
              <p:nvPr/>
            </p:nvSpPr>
            <p:spPr>
              <a:xfrm>
                <a:off x="8164775" y="2012025"/>
                <a:ext cx="685800" cy="685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572" name="Google Shape;572;p68"/>
              <p:cNvSpPr/>
              <p:nvPr/>
            </p:nvSpPr>
            <p:spPr>
              <a:xfrm>
                <a:off x="8279075" y="2126325"/>
                <a:ext cx="457200" cy="457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573" name="Google Shape;573;p68"/>
              <p:cNvSpPr/>
              <p:nvPr/>
            </p:nvSpPr>
            <p:spPr>
              <a:xfrm>
                <a:off x="8393375" y="2240625"/>
                <a:ext cx="228600" cy="228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</p:grpSp>
      </p:grpSp>
      <p:grpSp>
        <p:nvGrpSpPr>
          <p:cNvPr id="574" name="Google Shape;574;p68"/>
          <p:cNvGrpSpPr/>
          <p:nvPr/>
        </p:nvGrpSpPr>
        <p:grpSpPr>
          <a:xfrm>
            <a:off x="279271" y="4784933"/>
            <a:ext cx="1504543" cy="125400"/>
            <a:chOff x="279271" y="4784933"/>
            <a:chExt cx="1504543" cy="125400"/>
          </a:xfrm>
        </p:grpSpPr>
        <p:sp>
          <p:nvSpPr>
            <p:cNvPr id="575" name="Google Shape;575;p68"/>
            <p:cNvSpPr/>
            <p:nvPr/>
          </p:nvSpPr>
          <p:spPr>
            <a:xfrm flipH="1" rot="5400000">
              <a:off x="1658415" y="4784933"/>
              <a:ext cx="125400" cy="125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68"/>
            <p:cNvSpPr/>
            <p:nvPr/>
          </p:nvSpPr>
          <p:spPr>
            <a:xfrm flipH="1" rot="5400000">
              <a:off x="1313629" y="4784933"/>
              <a:ext cx="125400" cy="125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68"/>
            <p:cNvSpPr/>
            <p:nvPr/>
          </p:nvSpPr>
          <p:spPr>
            <a:xfrm flipH="1" rot="5400000">
              <a:off x="968843" y="4784933"/>
              <a:ext cx="125400" cy="125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68"/>
            <p:cNvSpPr/>
            <p:nvPr/>
          </p:nvSpPr>
          <p:spPr>
            <a:xfrm flipH="1" rot="5400000">
              <a:off x="624057" y="4784933"/>
              <a:ext cx="125400" cy="125400"/>
            </a:xfrm>
            <a:prstGeom prst="ellipse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68"/>
            <p:cNvSpPr/>
            <p:nvPr/>
          </p:nvSpPr>
          <p:spPr>
            <a:xfrm flipH="1" rot="5400000">
              <a:off x="279271" y="4784933"/>
              <a:ext cx="125400" cy="125400"/>
            </a:xfrm>
            <a:prstGeom prst="ellipse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0" name="Google Shape;580;p68"/>
          <p:cNvGrpSpPr/>
          <p:nvPr/>
        </p:nvGrpSpPr>
        <p:grpSpPr>
          <a:xfrm>
            <a:off x="7803250" y="3708651"/>
            <a:ext cx="1251300" cy="1881312"/>
            <a:chOff x="7803250" y="3708651"/>
            <a:chExt cx="1251300" cy="1881312"/>
          </a:xfrm>
        </p:grpSpPr>
        <p:sp>
          <p:nvSpPr>
            <p:cNvPr id="581" name="Google Shape;581;p68"/>
            <p:cNvSpPr/>
            <p:nvPr/>
          </p:nvSpPr>
          <p:spPr>
            <a:xfrm flipH="1">
              <a:off x="7803250" y="3708651"/>
              <a:ext cx="1251300" cy="1251300"/>
            </a:xfrm>
            <a:prstGeom prst="pie">
              <a:avLst>
                <a:gd fmla="val 10800158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68"/>
            <p:cNvSpPr/>
            <p:nvPr/>
          </p:nvSpPr>
          <p:spPr>
            <a:xfrm flipH="1">
              <a:off x="7803250" y="4338662"/>
              <a:ext cx="1251300" cy="1251300"/>
            </a:xfrm>
            <a:prstGeom prst="pie">
              <a:avLst>
                <a:gd fmla="val 10800158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3" name="Google Shape;583;p68"/>
          <p:cNvGrpSpPr/>
          <p:nvPr/>
        </p:nvGrpSpPr>
        <p:grpSpPr>
          <a:xfrm>
            <a:off x="-198025" y="1535550"/>
            <a:ext cx="602700" cy="602700"/>
            <a:chOff x="-198025" y="1535550"/>
            <a:chExt cx="602700" cy="602700"/>
          </a:xfrm>
        </p:grpSpPr>
        <p:sp>
          <p:nvSpPr>
            <p:cNvPr id="584" name="Google Shape;584;p68"/>
            <p:cNvSpPr/>
            <p:nvPr/>
          </p:nvSpPr>
          <p:spPr>
            <a:xfrm rot="-5400000">
              <a:off x="-198025" y="1535550"/>
              <a:ext cx="602700" cy="602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68"/>
            <p:cNvSpPr/>
            <p:nvPr/>
          </p:nvSpPr>
          <p:spPr>
            <a:xfrm rot="-5400000">
              <a:off x="-198025" y="1535550"/>
              <a:ext cx="602700" cy="602700"/>
            </a:xfrm>
            <a:prstGeom prst="pie">
              <a:avLst>
                <a:gd fmla="val 5429160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9"/>
          <p:cNvSpPr txBox="1"/>
          <p:nvPr>
            <p:ph type="title"/>
          </p:nvPr>
        </p:nvSpPr>
        <p:spPr>
          <a:xfrm>
            <a:off x="715100" y="1516425"/>
            <a:ext cx="3639000" cy="125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88" name="Google Shape;588;p69"/>
          <p:cNvSpPr txBox="1"/>
          <p:nvPr>
            <p:ph idx="1" type="subTitle"/>
          </p:nvPr>
        </p:nvSpPr>
        <p:spPr>
          <a:xfrm>
            <a:off x="715159" y="2678475"/>
            <a:ext cx="3639000" cy="9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9" name="Google Shape;589;p69"/>
          <p:cNvSpPr/>
          <p:nvPr/>
        </p:nvSpPr>
        <p:spPr>
          <a:xfrm rot="1751881">
            <a:off x="7485172" y="1460286"/>
            <a:ext cx="4097538" cy="4161876"/>
          </a:xfrm>
          <a:prstGeom prst="ellipse">
            <a:avLst/>
          </a:prstGeom>
          <a:gradFill>
            <a:gsLst>
              <a:gs pos="0">
                <a:schemeClr val="accent3"/>
              </a:gs>
              <a:gs pos="0">
                <a:schemeClr val="accent1"/>
              </a:gs>
              <a:gs pos="57000">
                <a:schemeClr val="accent3"/>
              </a:gs>
              <a:gs pos="100000">
                <a:schemeClr val="accent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0" name="Google Shape;590;p69"/>
          <p:cNvGrpSpPr/>
          <p:nvPr/>
        </p:nvGrpSpPr>
        <p:grpSpPr>
          <a:xfrm rot="-5400000">
            <a:off x="-4" y="-9"/>
            <a:ext cx="914032" cy="914032"/>
            <a:chOff x="3210550" y="2240200"/>
            <a:chExt cx="1341600" cy="1341600"/>
          </a:xfrm>
        </p:grpSpPr>
        <p:sp>
          <p:nvSpPr>
            <p:cNvPr id="591" name="Google Shape;591;p69"/>
            <p:cNvSpPr/>
            <p:nvPr/>
          </p:nvSpPr>
          <p:spPr>
            <a:xfrm rot="10800000">
              <a:off x="3210550" y="2240200"/>
              <a:ext cx="670800" cy="6708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69"/>
            <p:cNvSpPr/>
            <p:nvPr/>
          </p:nvSpPr>
          <p:spPr>
            <a:xfrm rot="10800000">
              <a:off x="3881350" y="2240200"/>
              <a:ext cx="670800" cy="6708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69"/>
            <p:cNvSpPr/>
            <p:nvPr/>
          </p:nvSpPr>
          <p:spPr>
            <a:xfrm rot="10800000">
              <a:off x="3881350" y="2911000"/>
              <a:ext cx="670800" cy="6708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4" name="Google Shape;594;p69"/>
          <p:cNvGrpSpPr/>
          <p:nvPr/>
        </p:nvGrpSpPr>
        <p:grpSpPr>
          <a:xfrm rot="10800000">
            <a:off x="3366252" y="4608512"/>
            <a:ext cx="1174088" cy="469635"/>
            <a:chOff x="4486675" y="116800"/>
            <a:chExt cx="1264500" cy="505800"/>
          </a:xfrm>
        </p:grpSpPr>
        <p:sp>
          <p:nvSpPr>
            <p:cNvPr id="595" name="Google Shape;595;p69"/>
            <p:cNvSpPr/>
            <p:nvPr/>
          </p:nvSpPr>
          <p:spPr>
            <a:xfrm rot="-5400000">
              <a:off x="4739575" y="116800"/>
              <a:ext cx="252900" cy="252900"/>
            </a:xfrm>
            <a:prstGeom prst="flowChartDelay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69"/>
            <p:cNvSpPr/>
            <p:nvPr/>
          </p:nvSpPr>
          <p:spPr>
            <a:xfrm rot="5400000">
              <a:off x="4486675" y="369700"/>
              <a:ext cx="252900" cy="252900"/>
            </a:xfrm>
            <a:prstGeom prst="flowChartDelay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69"/>
            <p:cNvSpPr/>
            <p:nvPr/>
          </p:nvSpPr>
          <p:spPr>
            <a:xfrm rot="-5400000">
              <a:off x="5245375" y="116800"/>
              <a:ext cx="252900" cy="252900"/>
            </a:xfrm>
            <a:prstGeom prst="flowChartDelay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69"/>
            <p:cNvSpPr/>
            <p:nvPr/>
          </p:nvSpPr>
          <p:spPr>
            <a:xfrm rot="5400000">
              <a:off x="4992475" y="369700"/>
              <a:ext cx="252900" cy="252900"/>
            </a:xfrm>
            <a:prstGeom prst="flowChartDelay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69"/>
            <p:cNvSpPr/>
            <p:nvPr/>
          </p:nvSpPr>
          <p:spPr>
            <a:xfrm rot="5400000">
              <a:off x="5498275" y="369700"/>
              <a:ext cx="252900" cy="252900"/>
            </a:xfrm>
            <a:prstGeom prst="flowChartDelay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0" name="Google Shape;600;p69"/>
          <p:cNvSpPr/>
          <p:nvPr/>
        </p:nvSpPr>
        <p:spPr>
          <a:xfrm>
            <a:off x="5396200" y="-2162100"/>
            <a:ext cx="2975400" cy="2975400"/>
          </a:xfrm>
          <a:prstGeom prst="donut">
            <a:avLst>
              <a:gd fmla="val 1531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0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603" name="Google Shape;603;p70"/>
          <p:cNvSpPr txBox="1"/>
          <p:nvPr>
            <p:ph type="title"/>
          </p:nvPr>
        </p:nvSpPr>
        <p:spPr>
          <a:xfrm>
            <a:off x="3530075" y="535000"/>
            <a:ext cx="5614200" cy="962100"/>
          </a:xfrm>
          <a:prstGeom prst="rect">
            <a:avLst/>
          </a:prstGeom>
          <a:solidFill>
            <a:srgbClr val="5A9BAD">
              <a:alpha val="5157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71"/>
          <p:cNvSpPr txBox="1"/>
          <p:nvPr>
            <p:ph hasCustomPrompt="1" type="title"/>
          </p:nvPr>
        </p:nvSpPr>
        <p:spPr>
          <a:xfrm>
            <a:off x="0" y="2115300"/>
            <a:ext cx="3067500" cy="912900"/>
          </a:xfrm>
          <a:prstGeom prst="rect">
            <a:avLst/>
          </a:prstGeom>
          <a:solidFill>
            <a:srgbClr val="5A9BAD">
              <a:alpha val="5157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06" name="Google Shape;606;p71"/>
          <p:cNvSpPr txBox="1"/>
          <p:nvPr>
            <p:ph idx="1" type="subTitle"/>
          </p:nvPr>
        </p:nvSpPr>
        <p:spPr>
          <a:xfrm>
            <a:off x="3126404" y="2115300"/>
            <a:ext cx="5302500" cy="9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07" name="Google Shape;607;p71"/>
          <p:cNvSpPr/>
          <p:nvPr/>
        </p:nvSpPr>
        <p:spPr>
          <a:xfrm flipH="1" rot="-5400000">
            <a:off x="7923800" y="-692675"/>
            <a:ext cx="2058300" cy="1993200"/>
          </a:xfrm>
          <a:prstGeom prst="flowChartDelay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71"/>
          <p:cNvSpPr/>
          <p:nvPr/>
        </p:nvSpPr>
        <p:spPr>
          <a:xfrm flipH="1">
            <a:off x="5924625" y="3643900"/>
            <a:ext cx="4398300" cy="4398300"/>
          </a:xfrm>
          <a:prstGeom prst="ellipse">
            <a:avLst/>
          </a:prstGeom>
          <a:gradFill>
            <a:gsLst>
              <a:gs pos="0">
                <a:schemeClr val="accent3"/>
              </a:gs>
              <a:gs pos="0">
                <a:schemeClr val="accent1"/>
              </a:gs>
              <a:gs pos="57000">
                <a:schemeClr val="accent3"/>
              </a:gs>
              <a:gs pos="100000">
                <a:schemeClr val="accent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71"/>
          <p:cNvSpPr/>
          <p:nvPr/>
        </p:nvSpPr>
        <p:spPr>
          <a:xfrm flipH="1" rot="5400000">
            <a:off x="-402700" y="-431350"/>
            <a:ext cx="1251300" cy="1251300"/>
          </a:xfrm>
          <a:prstGeom prst="pie">
            <a:avLst>
              <a:gd fmla="val 10800158" name="adj1"/>
              <a:gd fmla="val 162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3"/>
          <p:cNvSpPr/>
          <p:nvPr/>
        </p:nvSpPr>
        <p:spPr>
          <a:xfrm>
            <a:off x="7819000" y="2219450"/>
            <a:ext cx="3804600" cy="3804600"/>
          </a:xfrm>
          <a:prstGeom prst="ellipse">
            <a:avLst/>
          </a:prstGeom>
          <a:gradFill>
            <a:gsLst>
              <a:gs pos="0">
                <a:schemeClr val="accent2"/>
              </a:gs>
              <a:gs pos="0">
                <a:schemeClr val="accent2"/>
              </a:gs>
              <a:gs pos="57000">
                <a:schemeClr val="accent3"/>
              </a:gs>
              <a:gs pos="100000">
                <a:schemeClr val="accent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3" name="Google Shape;613;p73"/>
          <p:cNvGrpSpPr/>
          <p:nvPr/>
        </p:nvGrpSpPr>
        <p:grpSpPr>
          <a:xfrm>
            <a:off x="8594200" y="1222175"/>
            <a:ext cx="443391" cy="1783044"/>
            <a:chOff x="8594200" y="1222175"/>
            <a:chExt cx="443391" cy="1783044"/>
          </a:xfrm>
        </p:grpSpPr>
        <p:sp>
          <p:nvSpPr>
            <p:cNvPr id="614" name="Google Shape;614;p73"/>
            <p:cNvSpPr/>
            <p:nvPr/>
          </p:nvSpPr>
          <p:spPr>
            <a:xfrm>
              <a:off x="8594200" y="1222175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73"/>
            <p:cNvSpPr/>
            <p:nvPr/>
          </p:nvSpPr>
          <p:spPr>
            <a:xfrm>
              <a:off x="8594200" y="1554604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73"/>
            <p:cNvSpPr/>
            <p:nvPr/>
          </p:nvSpPr>
          <p:spPr>
            <a:xfrm>
              <a:off x="8594200" y="1887033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73"/>
            <p:cNvSpPr/>
            <p:nvPr/>
          </p:nvSpPr>
          <p:spPr>
            <a:xfrm>
              <a:off x="8594200" y="2219461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73"/>
            <p:cNvSpPr/>
            <p:nvPr/>
          </p:nvSpPr>
          <p:spPr>
            <a:xfrm>
              <a:off x="8594200" y="2551890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73"/>
            <p:cNvSpPr/>
            <p:nvPr/>
          </p:nvSpPr>
          <p:spPr>
            <a:xfrm>
              <a:off x="8594200" y="2884319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73"/>
            <p:cNvSpPr/>
            <p:nvPr/>
          </p:nvSpPr>
          <p:spPr>
            <a:xfrm>
              <a:off x="8916691" y="1222175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73"/>
            <p:cNvSpPr/>
            <p:nvPr/>
          </p:nvSpPr>
          <p:spPr>
            <a:xfrm>
              <a:off x="8916691" y="1554604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73"/>
            <p:cNvSpPr/>
            <p:nvPr/>
          </p:nvSpPr>
          <p:spPr>
            <a:xfrm>
              <a:off x="8916691" y="1887033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73"/>
            <p:cNvSpPr/>
            <p:nvPr/>
          </p:nvSpPr>
          <p:spPr>
            <a:xfrm>
              <a:off x="8916691" y="2219461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73"/>
            <p:cNvSpPr/>
            <p:nvPr/>
          </p:nvSpPr>
          <p:spPr>
            <a:xfrm>
              <a:off x="8916691" y="2551890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73"/>
            <p:cNvSpPr/>
            <p:nvPr/>
          </p:nvSpPr>
          <p:spPr>
            <a:xfrm>
              <a:off x="8916691" y="2884319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6" name="Google Shape;626;p73"/>
          <p:cNvGrpSpPr/>
          <p:nvPr/>
        </p:nvGrpSpPr>
        <p:grpSpPr>
          <a:xfrm>
            <a:off x="-767550" y="-785200"/>
            <a:ext cx="1673700" cy="1673700"/>
            <a:chOff x="-767550" y="-785200"/>
            <a:chExt cx="1673700" cy="1673700"/>
          </a:xfrm>
        </p:grpSpPr>
        <p:sp>
          <p:nvSpPr>
            <p:cNvPr id="627" name="Google Shape;627;p73"/>
            <p:cNvSpPr/>
            <p:nvPr/>
          </p:nvSpPr>
          <p:spPr>
            <a:xfrm rot="10800000">
              <a:off x="-698000" y="-686323"/>
              <a:ext cx="1361100" cy="1361100"/>
            </a:xfrm>
            <a:prstGeom prst="pie">
              <a:avLst>
                <a:gd fmla="val 10800158" name="adj1"/>
                <a:gd fmla="val 16200000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73"/>
            <p:cNvSpPr/>
            <p:nvPr/>
          </p:nvSpPr>
          <p:spPr>
            <a:xfrm>
              <a:off x="-767550" y="-785200"/>
              <a:ext cx="1673700" cy="16737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9" name="Google Shape;629;p73"/>
          <p:cNvSpPr txBox="1"/>
          <p:nvPr>
            <p:ph hasCustomPrompt="1" type="title"/>
          </p:nvPr>
        </p:nvSpPr>
        <p:spPr>
          <a:xfrm>
            <a:off x="0" y="1222175"/>
            <a:ext cx="1519800" cy="472500"/>
          </a:xfrm>
          <a:prstGeom prst="rect">
            <a:avLst/>
          </a:prstGeom>
          <a:solidFill>
            <a:srgbClr val="5A9BAD">
              <a:alpha val="5157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0" name="Google Shape;630;p73"/>
          <p:cNvSpPr txBox="1"/>
          <p:nvPr>
            <p:ph idx="1" type="subTitle"/>
          </p:nvPr>
        </p:nvSpPr>
        <p:spPr>
          <a:xfrm>
            <a:off x="2253550" y="1804364"/>
            <a:ext cx="2354400" cy="475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1" name="Google Shape;631;p73"/>
          <p:cNvSpPr txBox="1"/>
          <p:nvPr>
            <p:ph idx="2" type="title"/>
          </p:nvPr>
        </p:nvSpPr>
        <p:spPr>
          <a:xfrm>
            <a:off x="720000" y="45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32" name="Google Shape;632;p73"/>
          <p:cNvSpPr txBox="1"/>
          <p:nvPr>
            <p:ph hasCustomPrompt="1" idx="3" type="title"/>
          </p:nvPr>
        </p:nvSpPr>
        <p:spPr>
          <a:xfrm>
            <a:off x="0" y="1804975"/>
            <a:ext cx="2196600" cy="472500"/>
          </a:xfrm>
          <a:prstGeom prst="rect">
            <a:avLst/>
          </a:prstGeom>
          <a:solidFill>
            <a:srgbClr val="5A9BAD">
              <a:alpha val="5157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3" name="Google Shape;633;p73"/>
          <p:cNvSpPr txBox="1"/>
          <p:nvPr>
            <p:ph idx="4" type="subTitle"/>
          </p:nvPr>
        </p:nvSpPr>
        <p:spPr>
          <a:xfrm>
            <a:off x="1576825" y="1222175"/>
            <a:ext cx="2354400" cy="475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4" name="Google Shape;634;p73"/>
          <p:cNvSpPr txBox="1"/>
          <p:nvPr>
            <p:ph hasCustomPrompt="1" idx="5" type="title"/>
          </p:nvPr>
        </p:nvSpPr>
        <p:spPr>
          <a:xfrm>
            <a:off x="0" y="2387750"/>
            <a:ext cx="2873100" cy="472500"/>
          </a:xfrm>
          <a:prstGeom prst="rect">
            <a:avLst/>
          </a:prstGeom>
          <a:solidFill>
            <a:srgbClr val="5A9BAD">
              <a:alpha val="5157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5" name="Google Shape;635;p73"/>
          <p:cNvSpPr txBox="1"/>
          <p:nvPr>
            <p:ph idx="6" type="subTitle"/>
          </p:nvPr>
        </p:nvSpPr>
        <p:spPr>
          <a:xfrm>
            <a:off x="2930275" y="2386553"/>
            <a:ext cx="2354400" cy="475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6" name="Google Shape;636;p73"/>
          <p:cNvSpPr txBox="1"/>
          <p:nvPr>
            <p:ph hasCustomPrompt="1" idx="7" type="title"/>
          </p:nvPr>
        </p:nvSpPr>
        <p:spPr>
          <a:xfrm>
            <a:off x="0" y="2970550"/>
            <a:ext cx="3549900" cy="472500"/>
          </a:xfrm>
          <a:prstGeom prst="rect">
            <a:avLst/>
          </a:prstGeom>
          <a:solidFill>
            <a:srgbClr val="5A9BAD">
              <a:alpha val="5157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7" name="Google Shape;637;p73"/>
          <p:cNvSpPr txBox="1"/>
          <p:nvPr>
            <p:ph idx="8" type="subTitle"/>
          </p:nvPr>
        </p:nvSpPr>
        <p:spPr>
          <a:xfrm>
            <a:off x="3607000" y="2968743"/>
            <a:ext cx="2354400" cy="475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8" name="Google Shape;638;p73"/>
          <p:cNvSpPr txBox="1"/>
          <p:nvPr>
            <p:ph hasCustomPrompt="1" idx="9" type="title"/>
          </p:nvPr>
        </p:nvSpPr>
        <p:spPr>
          <a:xfrm>
            <a:off x="0" y="3553325"/>
            <a:ext cx="4226700" cy="472500"/>
          </a:xfrm>
          <a:prstGeom prst="rect">
            <a:avLst/>
          </a:prstGeom>
          <a:solidFill>
            <a:srgbClr val="5A9BAD">
              <a:alpha val="5157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9" name="Google Shape;639;p73"/>
          <p:cNvSpPr txBox="1"/>
          <p:nvPr>
            <p:ph idx="13" type="subTitle"/>
          </p:nvPr>
        </p:nvSpPr>
        <p:spPr>
          <a:xfrm>
            <a:off x="4283725" y="3550932"/>
            <a:ext cx="2354400" cy="475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40" name="Google Shape;640;p73"/>
          <p:cNvSpPr txBox="1"/>
          <p:nvPr>
            <p:ph hasCustomPrompt="1" idx="14" type="title"/>
          </p:nvPr>
        </p:nvSpPr>
        <p:spPr>
          <a:xfrm>
            <a:off x="0" y="4136125"/>
            <a:ext cx="4903500" cy="472500"/>
          </a:xfrm>
          <a:prstGeom prst="rect">
            <a:avLst/>
          </a:prstGeom>
          <a:solidFill>
            <a:srgbClr val="5A9BAD">
              <a:alpha val="5157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1" name="Google Shape;641;p73"/>
          <p:cNvSpPr txBox="1"/>
          <p:nvPr>
            <p:ph idx="15" type="subTitle"/>
          </p:nvPr>
        </p:nvSpPr>
        <p:spPr>
          <a:xfrm>
            <a:off x="4960450" y="4133121"/>
            <a:ext cx="2354400" cy="475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1_1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74"/>
          <p:cNvSpPr/>
          <p:nvPr/>
        </p:nvSpPr>
        <p:spPr>
          <a:xfrm>
            <a:off x="-2551575" y="941500"/>
            <a:ext cx="3804600" cy="3804600"/>
          </a:xfrm>
          <a:prstGeom prst="ellipse">
            <a:avLst/>
          </a:prstGeom>
          <a:gradFill>
            <a:gsLst>
              <a:gs pos="0">
                <a:schemeClr val="accent2"/>
              </a:gs>
              <a:gs pos="0">
                <a:schemeClr val="accent2"/>
              </a:gs>
              <a:gs pos="57000">
                <a:schemeClr val="accent3"/>
              </a:gs>
              <a:gs pos="100000">
                <a:schemeClr val="accent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4" name="Google Shape;644;p74"/>
          <p:cNvGrpSpPr/>
          <p:nvPr/>
        </p:nvGrpSpPr>
        <p:grpSpPr>
          <a:xfrm>
            <a:off x="8594200" y="2963050"/>
            <a:ext cx="443391" cy="1783044"/>
            <a:chOff x="8594200" y="2963050"/>
            <a:chExt cx="443391" cy="1783044"/>
          </a:xfrm>
        </p:grpSpPr>
        <p:sp>
          <p:nvSpPr>
            <p:cNvPr id="645" name="Google Shape;645;p74"/>
            <p:cNvSpPr/>
            <p:nvPr/>
          </p:nvSpPr>
          <p:spPr>
            <a:xfrm>
              <a:off x="8594200" y="2963050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74"/>
            <p:cNvSpPr/>
            <p:nvPr/>
          </p:nvSpPr>
          <p:spPr>
            <a:xfrm>
              <a:off x="8594200" y="3295479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74"/>
            <p:cNvSpPr/>
            <p:nvPr/>
          </p:nvSpPr>
          <p:spPr>
            <a:xfrm>
              <a:off x="8594200" y="3627908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74"/>
            <p:cNvSpPr/>
            <p:nvPr/>
          </p:nvSpPr>
          <p:spPr>
            <a:xfrm>
              <a:off x="8594200" y="3960336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74"/>
            <p:cNvSpPr/>
            <p:nvPr/>
          </p:nvSpPr>
          <p:spPr>
            <a:xfrm>
              <a:off x="8594200" y="4292765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74"/>
            <p:cNvSpPr/>
            <p:nvPr/>
          </p:nvSpPr>
          <p:spPr>
            <a:xfrm>
              <a:off x="8594200" y="4625194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74"/>
            <p:cNvSpPr/>
            <p:nvPr/>
          </p:nvSpPr>
          <p:spPr>
            <a:xfrm>
              <a:off x="8916691" y="2963050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74"/>
            <p:cNvSpPr/>
            <p:nvPr/>
          </p:nvSpPr>
          <p:spPr>
            <a:xfrm>
              <a:off x="8916691" y="3295479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74"/>
            <p:cNvSpPr/>
            <p:nvPr/>
          </p:nvSpPr>
          <p:spPr>
            <a:xfrm>
              <a:off x="8916691" y="3627908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74"/>
            <p:cNvSpPr/>
            <p:nvPr/>
          </p:nvSpPr>
          <p:spPr>
            <a:xfrm>
              <a:off x="8916691" y="3960336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74"/>
            <p:cNvSpPr/>
            <p:nvPr/>
          </p:nvSpPr>
          <p:spPr>
            <a:xfrm>
              <a:off x="8916691" y="4292765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74"/>
            <p:cNvSpPr/>
            <p:nvPr/>
          </p:nvSpPr>
          <p:spPr>
            <a:xfrm>
              <a:off x="8916691" y="4625194"/>
              <a:ext cx="120900" cy="120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7" name="Google Shape;657;p74"/>
          <p:cNvSpPr/>
          <p:nvPr/>
        </p:nvSpPr>
        <p:spPr>
          <a:xfrm rot="-5400000">
            <a:off x="8352700" y="-559948"/>
            <a:ext cx="1361100" cy="1361100"/>
          </a:xfrm>
          <a:prstGeom prst="pie">
            <a:avLst>
              <a:gd fmla="val 10800158" name="adj1"/>
              <a:gd fmla="val 1620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74"/>
          <p:cNvSpPr txBox="1"/>
          <p:nvPr>
            <p:ph type="title"/>
          </p:nvPr>
        </p:nvSpPr>
        <p:spPr>
          <a:xfrm>
            <a:off x="720000" y="45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59" name="Google Shape;659;p74"/>
          <p:cNvSpPr txBox="1"/>
          <p:nvPr>
            <p:ph idx="1" type="body"/>
          </p:nvPr>
        </p:nvSpPr>
        <p:spPr>
          <a:xfrm>
            <a:off x="720000" y="1076275"/>
            <a:ext cx="7704000" cy="3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60" name="Google Shape;660;p74"/>
          <p:cNvSpPr txBox="1"/>
          <p:nvPr>
            <p:ph idx="2" type="subTitle"/>
          </p:nvPr>
        </p:nvSpPr>
        <p:spPr>
          <a:xfrm>
            <a:off x="720000" y="1675625"/>
            <a:ext cx="3584400" cy="23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661" name="Google Shape;661;p74"/>
          <p:cNvGrpSpPr/>
          <p:nvPr/>
        </p:nvGrpSpPr>
        <p:grpSpPr>
          <a:xfrm>
            <a:off x="1800835" y="4625202"/>
            <a:ext cx="1174088" cy="469635"/>
            <a:chOff x="4486675" y="116800"/>
            <a:chExt cx="1264500" cy="505800"/>
          </a:xfrm>
        </p:grpSpPr>
        <p:sp>
          <p:nvSpPr>
            <p:cNvPr id="662" name="Google Shape;662;p74"/>
            <p:cNvSpPr/>
            <p:nvPr/>
          </p:nvSpPr>
          <p:spPr>
            <a:xfrm rot="-5400000">
              <a:off x="4739575" y="116800"/>
              <a:ext cx="252900" cy="252900"/>
            </a:xfrm>
            <a:prstGeom prst="flowChartDelay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74"/>
            <p:cNvSpPr/>
            <p:nvPr/>
          </p:nvSpPr>
          <p:spPr>
            <a:xfrm rot="5400000">
              <a:off x="4486675" y="369700"/>
              <a:ext cx="252900" cy="252900"/>
            </a:xfrm>
            <a:prstGeom prst="flowChartDelay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74"/>
            <p:cNvSpPr/>
            <p:nvPr/>
          </p:nvSpPr>
          <p:spPr>
            <a:xfrm rot="-5400000">
              <a:off x="5245375" y="116800"/>
              <a:ext cx="252900" cy="252900"/>
            </a:xfrm>
            <a:prstGeom prst="flowChartDelay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74"/>
            <p:cNvSpPr/>
            <p:nvPr/>
          </p:nvSpPr>
          <p:spPr>
            <a:xfrm rot="5400000">
              <a:off x="4992475" y="369700"/>
              <a:ext cx="252900" cy="252900"/>
            </a:xfrm>
            <a:prstGeom prst="flowChartDelay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74"/>
            <p:cNvSpPr/>
            <p:nvPr/>
          </p:nvSpPr>
          <p:spPr>
            <a:xfrm rot="5400000">
              <a:off x="5498275" y="369700"/>
              <a:ext cx="252900" cy="252900"/>
            </a:xfrm>
            <a:prstGeom prst="flowChartDelay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_1_1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75"/>
          <p:cNvSpPr txBox="1"/>
          <p:nvPr>
            <p:ph type="title"/>
          </p:nvPr>
        </p:nvSpPr>
        <p:spPr>
          <a:xfrm>
            <a:off x="720000" y="45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9" name="Google Shape;669;p75"/>
          <p:cNvSpPr txBox="1"/>
          <p:nvPr>
            <p:ph idx="1" type="body"/>
          </p:nvPr>
        </p:nvSpPr>
        <p:spPr>
          <a:xfrm>
            <a:off x="720000" y="1076275"/>
            <a:ext cx="7704000" cy="3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70" name="Google Shape;670;p75"/>
          <p:cNvSpPr txBox="1"/>
          <p:nvPr>
            <p:ph idx="2" type="subTitle"/>
          </p:nvPr>
        </p:nvSpPr>
        <p:spPr>
          <a:xfrm>
            <a:off x="720000" y="1675625"/>
            <a:ext cx="4355400" cy="29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71" name="Google Shape;671;p75"/>
          <p:cNvSpPr/>
          <p:nvPr/>
        </p:nvSpPr>
        <p:spPr>
          <a:xfrm rot="5400000">
            <a:off x="8504525" y="-342425"/>
            <a:ext cx="1441500" cy="1395900"/>
          </a:xfrm>
          <a:prstGeom prst="flowChartDelay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75"/>
          <p:cNvSpPr/>
          <p:nvPr/>
        </p:nvSpPr>
        <p:spPr>
          <a:xfrm>
            <a:off x="-402700" y="3643900"/>
            <a:ext cx="4398300" cy="4398300"/>
          </a:xfrm>
          <a:prstGeom prst="ellipse">
            <a:avLst/>
          </a:prstGeom>
          <a:gradFill>
            <a:gsLst>
              <a:gs pos="0">
                <a:schemeClr val="accent3"/>
              </a:gs>
              <a:gs pos="0">
                <a:schemeClr val="accent1"/>
              </a:gs>
              <a:gs pos="57000">
                <a:schemeClr val="accent3"/>
              </a:gs>
              <a:gs pos="100000">
                <a:schemeClr val="accent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75"/>
          <p:cNvSpPr/>
          <p:nvPr/>
        </p:nvSpPr>
        <p:spPr>
          <a:xfrm>
            <a:off x="8381531" y="4378200"/>
            <a:ext cx="1251300" cy="1251300"/>
          </a:xfrm>
          <a:prstGeom prst="pie">
            <a:avLst>
              <a:gd fmla="val 10800158" name="adj1"/>
              <a:gd fmla="val 162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4" name="Google Shape;674;p75"/>
          <p:cNvGrpSpPr/>
          <p:nvPr/>
        </p:nvGrpSpPr>
        <p:grpSpPr>
          <a:xfrm>
            <a:off x="288243" y="585336"/>
            <a:ext cx="125400" cy="1504543"/>
            <a:chOff x="288243" y="585336"/>
            <a:chExt cx="125400" cy="1504543"/>
          </a:xfrm>
        </p:grpSpPr>
        <p:sp>
          <p:nvSpPr>
            <p:cNvPr id="675" name="Google Shape;675;p75"/>
            <p:cNvSpPr/>
            <p:nvPr/>
          </p:nvSpPr>
          <p:spPr>
            <a:xfrm flipH="1">
              <a:off x="288243" y="585336"/>
              <a:ext cx="125400" cy="125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75"/>
            <p:cNvSpPr/>
            <p:nvPr/>
          </p:nvSpPr>
          <p:spPr>
            <a:xfrm flipH="1">
              <a:off x="288243" y="930122"/>
              <a:ext cx="125400" cy="125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75"/>
            <p:cNvSpPr/>
            <p:nvPr/>
          </p:nvSpPr>
          <p:spPr>
            <a:xfrm flipH="1">
              <a:off x="288243" y="1274908"/>
              <a:ext cx="125400" cy="125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75"/>
            <p:cNvSpPr/>
            <p:nvPr/>
          </p:nvSpPr>
          <p:spPr>
            <a:xfrm flipH="1">
              <a:off x="288243" y="1619694"/>
              <a:ext cx="125400" cy="125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75"/>
            <p:cNvSpPr/>
            <p:nvPr/>
          </p:nvSpPr>
          <p:spPr>
            <a:xfrm flipH="1">
              <a:off x="288243" y="1964480"/>
              <a:ext cx="125400" cy="125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9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6"/>
          <p:cNvSpPr txBox="1"/>
          <p:nvPr>
            <p:ph type="title"/>
          </p:nvPr>
        </p:nvSpPr>
        <p:spPr>
          <a:xfrm>
            <a:off x="720000" y="45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82" name="Google Shape;682;p76"/>
          <p:cNvSpPr/>
          <p:nvPr/>
        </p:nvSpPr>
        <p:spPr>
          <a:xfrm>
            <a:off x="-858425" y="-785125"/>
            <a:ext cx="1811700" cy="1811700"/>
          </a:xfrm>
          <a:prstGeom prst="donut">
            <a:avLst>
              <a:gd fmla="val 168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3" name="Google Shape;683;p76"/>
          <p:cNvGrpSpPr/>
          <p:nvPr/>
        </p:nvGrpSpPr>
        <p:grpSpPr>
          <a:xfrm rot="10800000">
            <a:off x="8496553" y="43439"/>
            <a:ext cx="983124" cy="983124"/>
            <a:chOff x="3210550" y="2240200"/>
            <a:chExt cx="1341600" cy="1341600"/>
          </a:xfrm>
        </p:grpSpPr>
        <p:sp>
          <p:nvSpPr>
            <p:cNvPr id="684" name="Google Shape;684;p76"/>
            <p:cNvSpPr/>
            <p:nvPr/>
          </p:nvSpPr>
          <p:spPr>
            <a:xfrm rot="10800000">
              <a:off x="3210550" y="2240200"/>
              <a:ext cx="670800" cy="6708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76"/>
            <p:cNvSpPr/>
            <p:nvPr/>
          </p:nvSpPr>
          <p:spPr>
            <a:xfrm rot="10800000">
              <a:off x="3881350" y="2240200"/>
              <a:ext cx="670800" cy="6708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76"/>
            <p:cNvSpPr/>
            <p:nvPr/>
          </p:nvSpPr>
          <p:spPr>
            <a:xfrm rot="10800000">
              <a:off x="3881350" y="2911000"/>
              <a:ext cx="670800" cy="6708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7" name="Google Shape;687;p76"/>
          <p:cNvGrpSpPr/>
          <p:nvPr/>
        </p:nvGrpSpPr>
        <p:grpSpPr>
          <a:xfrm>
            <a:off x="4021375" y="4828656"/>
            <a:ext cx="1940399" cy="131700"/>
            <a:chOff x="4021375" y="4828656"/>
            <a:chExt cx="1940399" cy="131700"/>
          </a:xfrm>
        </p:grpSpPr>
        <p:sp>
          <p:nvSpPr>
            <p:cNvPr id="688" name="Google Shape;688;p76"/>
            <p:cNvSpPr/>
            <p:nvPr/>
          </p:nvSpPr>
          <p:spPr>
            <a:xfrm rot="-5400000">
              <a:off x="4021225" y="4828806"/>
              <a:ext cx="131700" cy="13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76"/>
            <p:cNvSpPr/>
            <p:nvPr/>
          </p:nvSpPr>
          <p:spPr>
            <a:xfrm rot="-5400000">
              <a:off x="4383025" y="4828806"/>
              <a:ext cx="131700" cy="13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76"/>
            <p:cNvSpPr/>
            <p:nvPr/>
          </p:nvSpPr>
          <p:spPr>
            <a:xfrm rot="-5400000">
              <a:off x="4744825" y="4828806"/>
              <a:ext cx="131700" cy="13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76"/>
            <p:cNvSpPr/>
            <p:nvPr/>
          </p:nvSpPr>
          <p:spPr>
            <a:xfrm rot="-5400000">
              <a:off x="5106624" y="4828806"/>
              <a:ext cx="131700" cy="13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76"/>
            <p:cNvSpPr/>
            <p:nvPr/>
          </p:nvSpPr>
          <p:spPr>
            <a:xfrm rot="-5400000">
              <a:off x="5468424" y="4828806"/>
              <a:ext cx="131700" cy="13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76"/>
            <p:cNvSpPr/>
            <p:nvPr/>
          </p:nvSpPr>
          <p:spPr>
            <a:xfrm rot="-5400000">
              <a:off x="5830224" y="4828806"/>
              <a:ext cx="131700" cy="13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7"/>
          <p:cNvSpPr/>
          <p:nvPr/>
        </p:nvSpPr>
        <p:spPr>
          <a:xfrm rot="-684372">
            <a:off x="7056405" y="3507234"/>
            <a:ext cx="4622189" cy="3062887"/>
          </a:xfrm>
          <a:prstGeom prst="ellipse">
            <a:avLst/>
          </a:prstGeom>
          <a:gradFill>
            <a:gsLst>
              <a:gs pos="0">
                <a:schemeClr val="accent2"/>
              </a:gs>
              <a:gs pos="0">
                <a:schemeClr val="accent2"/>
              </a:gs>
              <a:gs pos="57000">
                <a:schemeClr val="accent3"/>
              </a:gs>
              <a:gs pos="100000">
                <a:schemeClr val="accent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77"/>
          <p:cNvSpPr/>
          <p:nvPr/>
        </p:nvSpPr>
        <p:spPr>
          <a:xfrm>
            <a:off x="1751600" y="-1424100"/>
            <a:ext cx="2094000" cy="2094000"/>
          </a:xfrm>
          <a:prstGeom prst="donut">
            <a:avLst>
              <a:gd fmla="val 168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7" name="Google Shape;697;p77"/>
          <p:cNvGrpSpPr/>
          <p:nvPr/>
        </p:nvGrpSpPr>
        <p:grpSpPr>
          <a:xfrm>
            <a:off x="8064134" y="-4919"/>
            <a:ext cx="1079854" cy="1079854"/>
            <a:chOff x="3210550" y="2240200"/>
            <a:chExt cx="1341600" cy="1341600"/>
          </a:xfrm>
        </p:grpSpPr>
        <p:sp>
          <p:nvSpPr>
            <p:cNvPr id="698" name="Google Shape;698;p77"/>
            <p:cNvSpPr/>
            <p:nvPr/>
          </p:nvSpPr>
          <p:spPr>
            <a:xfrm rot="10800000">
              <a:off x="3210550" y="2240200"/>
              <a:ext cx="670800" cy="6708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77"/>
            <p:cNvSpPr/>
            <p:nvPr/>
          </p:nvSpPr>
          <p:spPr>
            <a:xfrm rot="10800000">
              <a:off x="3881350" y="2240200"/>
              <a:ext cx="670800" cy="6708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77"/>
            <p:cNvSpPr/>
            <p:nvPr/>
          </p:nvSpPr>
          <p:spPr>
            <a:xfrm rot="10800000">
              <a:off x="3881350" y="2911000"/>
              <a:ext cx="670800" cy="6708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1" name="Google Shape;701;p77"/>
          <p:cNvGrpSpPr/>
          <p:nvPr/>
        </p:nvGrpSpPr>
        <p:grpSpPr>
          <a:xfrm>
            <a:off x="2687485" y="4803058"/>
            <a:ext cx="1504543" cy="125400"/>
            <a:chOff x="2687485" y="4803058"/>
            <a:chExt cx="1504543" cy="125400"/>
          </a:xfrm>
        </p:grpSpPr>
        <p:sp>
          <p:nvSpPr>
            <p:cNvPr id="702" name="Google Shape;702;p77"/>
            <p:cNvSpPr/>
            <p:nvPr/>
          </p:nvSpPr>
          <p:spPr>
            <a:xfrm rot="5400000">
              <a:off x="4066629" y="4803058"/>
              <a:ext cx="125400" cy="125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77"/>
            <p:cNvSpPr/>
            <p:nvPr/>
          </p:nvSpPr>
          <p:spPr>
            <a:xfrm rot="5400000">
              <a:off x="3721843" y="4803058"/>
              <a:ext cx="125400" cy="125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77"/>
            <p:cNvSpPr/>
            <p:nvPr/>
          </p:nvSpPr>
          <p:spPr>
            <a:xfrm rot="5400000">
              <a:off x="3377057" y="4803058"/>
              <a:ext cx="125400" cy="125400"/>
            </a:xfrm>
            <a:prstGeom prst="ellipse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77"/>
            <p:cNvSpPr/>
            <p:nvPr/>
          </p:nvSpPr>
          <p:spPr>
            <a:xfrm rot="5400000">
              <a:off x="3032271" y="4803058"/>
              <a:ext cx="125400" cy="125400"/>
            </a:xfrm>
            <a:prstGeom prst="ellipse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77"/>
            <p:cNvSpPr/>
            <p:nvPr/>
          </p:nvSpPr>
          <p:spPr>
            <a:xfrm rot="5400000">
              <a:off x="2687485" y="4803058"/>
              <a:ext cx="125400" cy="125400"/>
            </a:xfrm>
            <a:prstGeom prst="ellipse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7" name="Google Shape;707;p77"/>
          <p:cNvSpPr txBox="1"/>
          <p:nvPr>
            <p:ph hasCustomPrompt="1" type="title"/>
          </p:nvPr>
        </p:nvSpPr>
        <p:spPr>
          <a:xfrm>
            <a:off x="0" y="2251050"/>
            <a:ext cx="4751400" cy="641400"/>
          </a:xfrm>
          <a:prstGeom prst="rect">
            <a:avLst/>
          </a:prstGeom>
          <a:solidFill>
            <a:srgbClr val="5A9BAD">
              <a:alpha val="5157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8" name="Google Shape;708;p77"/>
          <p:cNvSpPr txBox="1"/>
          <p:nvPr>
            <p:ph idx="1" type="subTitle"/>
          </p:nvPr>
        </p:nvSpPr>
        <p:spPr>
          <a:xfrm>
            <a:off x="4805050" y="2251038"/>
            <a:ext cx="2902500" cy="64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09" name="Google Shape;709;p77"/>
          <p:cNvSpPr txBox="1"/>
          <p:nvPr>
            <p:ph hasCustomPrompt="1" idx="2" type="title"/>
          </p:nvPr>
        </p:nvSpPr>
        <p:spPr>
          <a:xfrm>
            <a:off x="0" y="1139850"/>
            <a:ext cx="4242300" cy="641400"/>
          </a:xfrm>
          <a:prstGeom prst="rect">
            <a:avLst/>
          </a:prstGeom>
          <a:solidFill>
            <a:srgbClr val="5A9BAD">
              <a:alpha val="5157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0" name="Google Shape;710;p77"/>
          <p:cNvSpPr txBox="1"/>
          <p:nvPr>
            <p:ph idx="3" type="subTitle"/>
          </p:nvPr>
        </p:nvSpPr>
        <p:spPr>
          <a:xfrm>
            <a:off x="4294775" y="1139750"/>
            <a:ext cx="2902500" cy="64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11" name="Google Shape;711;p77"/>
          <p:cNvSpPr txBox="1"/>
          <p:nvPr>
            <p:ph hasCustomPrompt="1" idx="4" type="title"/>
          </p:nvPr>
        </p:nvSpPr>
        <p:spPr>
          <a:xfrm>
            <a:off x="0" y="3362225"/>
            <a:ext cx="5260500" cy="641400"/>
          </a:xfrm>
          <a:prstGeom prst="rect">
            <a:avLst/>
          </a:prstGeom>
          <a:solidFill>
            <a:srgbClr val="5A9BAD">
              <a:alpha val="5157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77"/>
          <p:cNvSpPr txBox="1"/>
          <p:nvPr>
            <p:ph idx="5" type="subTitle"/>
          </p:nvPr>
        </p:nvSpPr>
        <p:spPr>
          <a:xfrm>
            <a:off x="5315325" y="3362325"/>
            <a:ext cx="2902500" cy="64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8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78"/>
          <p:cNvSpPr/>
          <p:nvPr/>
        </p:nvSpPr>
        <p:spPr>
          <a:xfrm flipH="1" rot="-5400000">
            <a:off x="8567025" y="-41500"/>
            <a:ext cx="2058300" cy="1993200"/>
          </a:xfrm>
          <a:prstGeom prst="flowChartDelay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78"/>
          <p:cNvSpPr/>
          <p:nvPr/>
        </p:nvSpPr>
        <p:spPr>
          <a:xfrm flipH="1">
            <a:off x="-1823875" y="3648400"/>
            <a:ext cx="4398300" cy="4398300"/>
          </a:xfrm>
          <a:prstGeom prst="ellipse">
            <a:avLst/>
          </a:prstGeom>
          <a:gradFill>
            <a:gsLst>
              <a:gs pos="0">
                <a:schemeClr val="accent3"/>
              </a:gs>
              <a:gs pos="0">
                <a:schemeClr val="accent1"/>
              </a:gs>
              <a:gs pos="57000">
                <a:schemeClr val="accent3"/>
              </a:gs>
              <a:gs pos="100000">
                <a:schemeClr val="accent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6" name="Google Shape;716;p78"/>
          <p:cNvGrpSpPr/>
          <p:nvPr/>
        </p:nvGrpSpPr>
        <p:grpSpPr>
          <a:xfrm>
            <a:off x="-480450" y="-509100"/>
            <a:ext cx="1251300" cy="1251300"/>
            <a:chOff x="-480450" y="-509100"/>
            <a:chExt cx="1251300" cy="1251300"/>
          </a:xfrm>
        </p:grpSpPr>
        <p:sp>
          <p:nvSpPr>
            <p:cNvPr id="717" name="Google Shape;717;p78"/>
            <p:cNvSpPr/>
            <p:nvPr/>
          </p:nvSpPr>
          <p:spPr>
            <a:xfrm flipH="1" rot="5400000">
              <a:off x="-480450" y="-509100"/>
              <a:ext cx="1251300" cy="1251300"/>
            </a:xfrm>
            <a:prstGeom prst="pie">
              <a:avLst>
                <a:gd fmla="val 10800158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78"/>
            <p:cNvSpPr/>
            <p:nvPr/>
          </p:nvSpPr>
          <p:spPr>
            <a:xfrm>
              <a:off x="264425" y="223325"/>
              <a:ext cx="221700" cy="221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9" name="Google Shape;719;p78"/>
          <p:cNvSpPr txBox="1"/>
          <p:nvPr>
            <p:ph idx="1" type="subTitle"/>
          </p:nvPr>
        </p:nvSpPr>
        <p:spPr>
          <a:xfrm>
            <a:off x="1794713" y="1784525"/>
            <a:ext cx="66264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0" name="Google Shape;720;p78"/>
          <p:cNvSpPr txBox="1"/>
          <p:nvPr>
            <p:ph type="title"/>
          </p:nvPr>
        </p:nvSpPr>
        <p:spPr>
          <a:xfrm>
            <a:off x="720000" y="45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21" name="Google Shape;721;p78"/>
          <p:cNvSpPr txBox="1"/>
          <p:nvPr>
            <p:ph idx="2" type="subTitle"/>
          </p:nvPr>
        </p:nvSpPr>
        <p:spPr>
          <a:xfrm>
            <a:off x="1794713" y="1243225"/>
            <a:ext cx="6626400" cy="475500"/>
          </a:xfrm>
          <a:prstGeom prst="rect">
            <a:avLst/>
          </a:prstGeom>
          <a:solidFill>
            <a:srgbClr val="5A9BAD">
              <a:alpha val="5157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22" name="Google Shape;722;p78"/>
          <p:cNvSpPr txBox="1"/>
          <p:nvPr>
            <p:ph idx="3" type="subTitle"/>
          </p:nvPr>
        </p:nvSpPr>
        <p:spPr>
          <a:xfrm>
            <a:off x="712213" y="2875006"/>
            <a:ext cx="66264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3" name="Google Shape;723;p78"/>
          <p:cNvSpPr txBox="1"/>
          <p:nvPr>
            <p:ph idx="4" type="subTitle"/>
          </p:nvPr>
        </p:nvSpPr>
        <p:spPr>
          <a:xfrm>
            <a:off x="712213" y="2333706"/>
            <a:ext cx="6626400" cy="475500"/>
          </a:xfrm>
          <a:prstGeom prst="rect">
            <a:avLst/>
          </a:prstGeom>
          <a:solidFill>
            <a:srgbClr val="5A9BAD">
              <a:alpha val="5157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24" name="Google Shape;724;p78"/>
          <p:cNvSpPr txBox="1"/>
          <p:nvPr>
            <p:ph idx="5" type="subTitle"/>
          </p:nvPr>
        </p:nvSpPr>
        <p:spPr>
          <a:xfrm>
            <a:off x="1794713" y="4114525"/>
            <a:ext cx="66264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5" name="Google Shape;725;p78"/>
          <p:cNvSpPr txBox="1"/>
          <p:nvPr>
            <p:ph idx="6" type="subTitle"/>
          </p:nvPr>
        </p:nvSpPr>
        <p:spPr>
          <a:xfrm>
            <a:off x="1794713" y="3573225"/>
            <a:ext cx="6626400" cy="475500"/>
          </a:xfrm>
          <a:prstGeom prst="rect">
            <a:avLst/>
          </a:prstGeom>
          <a:solidFill>
            <a:srgbClr val="5A9BAD">
              <a:alpha val="5157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"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79"/>
          <p:cNvGrpSpPr/>
          <p:nvPr/>
        </p:nvGrpSpPr>
        <p:grpSpPr>
          <a:xfrm>
            <a:off x="8352675" y="4368437"/>
            <a:ext cx="1251300" cy="1251300"/>
            <a:chOff x="8352675" y="4368437"/>
            <a:chExt cx="1251300" cy="1251300"/>
          </a:xfrm>
        </p:grpSpPr>
        <p:sp>
          <p:nvSpPr>
            <p:cNvPr id="728" name="Google Shape;728;p79"/>
            <p:cNvSpPr/>
            <p:nvPr/>
          </p:nvSpPr>
          <p:spPr>
            <a:xfrm>
              <a:off x="8352675" y="4368437"/>
              <a:ext cx="1251300" cy="1251300"/>
            </a:xfrm>
            <a:prstGeom prst="pie">
              <a:avLst>
                <a:gd fmla="val 10800158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79"/>
            <p:cNvSpPr/>
            <p:nvPr/>
          </p:nvSpPr>
          <p:spPr>
            <a:xfrm>
              <a:off x="8622198" y="4615663"/>
              <a:ext cx="223800" cy="223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0" name="Google Shape;730;p79"/>
          <p:cNvGrpSpPr/>
          <p:nvPr/>
        </p:nvGrpSpPr>
        <p:grpSpPr>
          <a:xfrm>
            <a:off x="-503400" y="-804076"/>
            <a:ext cx="1409351" cy="2120185"/>
            <a:chOff x="5036566" y="3551511"/>
            <a:chExt cx="1098309" cy="1652264"/>
          </a:xfrm>
        </p:grpSpPr>
        <p:sp>
          <p:nvSpPr>
            <p:cNvPr id="731" name="Google Shape;731;p79"/>
            <p:cNvSpPr/>
            <p:nvPr/>
          </p:nvSpPr>
          <p:spPr>
            <a:xfrm rot="5400000">
              <a:off x="5036575" y="4105475"/>
              <a:ext cx="1098300" cy="1098300"/>
            </a:xfrm>
            <a:prstGeom prst="flowChartDelay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79"/>
            <p:cNvSpPr/>
            <p:nvPr/>
          </p:nvSpPr>
          <p:spPr>
            <a:xfrm>
              <a:off x="5036566" y="3551511"/>
              <a:ext cx="1098300" cy="1098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3" name="Google Shape;733;p79"/>
          <p:cNvSpPr txBox="1"/>
          <p:nvPr>
            <p:ph idx="1" type="subTitle"/>
          </p:nvPr>
        </p:nvSpPr>
        <p:spPr>
          <a:xfrm>
            <a:off x="720000" y="2470271"/>
            <a:ext cx="2513400" cy="1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4" name="Google Shape;734;p79"/>
          <p:cNvSpPr txBox="1"/>
          <p:nvPr>
            <p:ph type="title"/>
          </p:nvPr>
        </p:nvSpPr>
        <p:spPr>
          <a:xfrm>
            <a:off x="720000" y="45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35" name="Google Shape;735;p79"/>
          <p:cNvSpPr txBox="1"/>
          <p:nvPr>
            <p:ph idx="2" type="subTitle"/>
          </p:nvPr>
        </p:nvSpPr>
        <p:spPr>
          <a:xfrm>
            <a:off x="720000" y="1718525"/>
            <a:ext cx="2513400" cy="6693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36" name="Google Shape;736;p79"/>
          <p:cNvSpPr txBox="1"/>
          <p:nvPr>
            <p:ph idx="3" type="subTitle"/>
          </p:nvPr>
        </p:nvSpPr>
        <p:spPr>
          <a:xfrm>
            <a:off x="3315248" y="2470271"/>
            <a:ext cx="2513400" cy="1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7" name="Google Shape;737;p79"/>
          <p:cNvSpPr txBox="1"/>
          <p:nvPr>
            <p:ph idx="4" type="subTitle"/>
          </p:nvPr>
        </p:nvSpPr>
        <p:spPr>
          <a:xfrm>
            <a:off x="3315210" y="1718525"/>
            <a:ext cx="2513400" cy="6693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38" name="Google Shape;738;p79"/>
          <p:cNvSpPr txBox="1"/>
          <p:nvPr>
            <p:ph idx="5" type="subTitle"/>
          </p:nvPr>
        </p:nvSpPr>
        <p:spPr>
          <a:xfrm>
            <a:off x="5910497" y="2470271"/>
            <a:ext cx="2513400" cy="1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9" name="Google Shape;739;p79"/>
          <p:cNvSpPr txBox="1"/>
          <p:nvPr>
            <p:ph idx="6" type="subTitle"/>
          </p:nvPr>
        </p:nvSpPr>
        <p:spPr>
          <a:xfrm>
            <a:off x="5910469" y="1718525"/>
            <a:ext cx="2513400" cy="6693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740" name="Google Shape;740;p79"/>
          <p:cNvGrpSpPr/>
          <p:nvPr/>
        </p:nvGrpSpPr>
        <p:grpSpPr>
          <a:xfrm>
            <a:off x="8722732" y="585336"/>
            <a:ext cx="125400" cy="1504543"/>
            <a:chOff x="8722732" y="585336"/>
            <a:chExt cx="125400" cy="1504543"/>
          </a:xfrm>
        </p:grpSpPr>
        <p:sp>
          <p:nvSpPr>
            <p:cNvPr id="741" name="Google Shape;741;p79"/>
            <p:cNvSpPr/>
            <p:nvPr/>
          </p:nvSpPr>
          <p:spPr>
            <a:xfrm>
              <a:off x="8722732" y="585336"/>
              <a:ext cx="125400" cy="125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79"/>
            <p:cNvSpPr/>
            <p:nvPr/>
          </p:nvSpPr>
          <p:spPr>
            <a:xfrm>
              <a:off x="8722732" y="930122"/>
              <a:ext cx="125400" cy="125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79"/>
            <p:cNvSpPr/>
            <p:nvPr/>
          </p:nvSpPr>
          <p:spPr>
            <a:xfrm>
              <a:off x="8722732" y="1274908"/>
              <a:ext cx="125400" cy="125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79"/>
            <p:cNvSpPr/>
            <p:nvPr/>
          </p:nvSpPr>
          <p:spPr>
            <a:xfrm>
              <a:off x="8722732" y="1619694"/>
              <a:ext cx="125400" cy="125400"/>
            </a:xfrm>
            <a:prstGeom prst="ellipse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79"/>
            <p:cNvSpPr/>
            <p:nvPr/>
          </p:nvSpPr>
          <p:spPr>
            <a:xfrm>
              <a:off x="8722732" y="1964480"/>
              <a:ext cx="125400" cy="125400"/>
            </a:xfrm>
            <a:prstGeom prst="ellipse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80"/>
          <p:cNvSpPr txBox="1"/>
          <p:nvPr>
            <p:ph idx="1" type="subTitle"/>
          </p:nvPr>
        </p:nvSpPr>
        <p:spPr>
          <a:xfrm>
            <a:off x="1344213" y="1808548"/>
            <a:ext cx="3001800" cy="8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48" name="Google Shape;748;p80"/>
          <p:cNvSpPr txBox="1"/>
          <p:nvPr>
            <p:ph type="title"/>
          </p:nvPr>
        </p:nvSpPr>
        <p:spPr>
          <a:xfrm>
            <a:off x="720000" y="45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49" name="Google Shape;749;p80"/>
          <p:cNvSpPr txBox="1"/>
          <p:nvPr>
            <p:ph idx="2" type="subTitle"/>
          </p:nvPr>
        </p:nvSpPr>
        <p:spPr>
          <a:xfrm>
            <a:off x="1344213" y="1257525"/>
            <a:ext cx="3001800" cy="475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0" name="Google Shape;750;p80"/>
          <p:cNvSpPr txBox="1"/>
          <p:nvPr>
            <p:ph idx="3" type="subTitle"/>
          </p:nvPr>
        </p:nvSpPr>
        <p:spPr>
          <a:xfrm>
            <a:off x="4797980" y="1808548"/>
            <a:ext cx="3001800" cy="8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51" name="Google Shape;751;p80"/>
          <p:cNvSpPr txBox="1"/>
          <p:nvPr>
            <p:ph idx="4" type="subTitle"/>
          </p:nvPr>
        </p:nvSpPr>
        <p:spPr>
          <a:xfrm>
            <a:off x="4797980" y="1257525"/>
            <a:ext cx="3001800" cy="475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752" name="Google Shape;752;p80"/>
          <p:cNvGrpSpPr/>
          <p:nvPr/>
        </p:nvGrpSpPr>
        <p:grpSpPr>
          <a:xfrm>
            <a:off x="21475" y="2900150"/>
            <a:ext cx="520800" cy="520800"/>
            <a:chOff x="21475" y="2900150"/>
            <a:chExt cx="520800" cy="520800"/>
          </a:xfrm>
        </p:grpSpPr>
        <p:sp>
          <p:nvSpPr>
            <p:cNvPr id="753" name="Google Shape;753;p80"/>
            <p:cNvSpPr/>
            <p:nvPr/>
          </p:nvSpPr>
          <p:spPr>
            <a:xfrm>
              <a:off x="21475" y="2900150"/>
              <a:ext cx="520800" cy="520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80"/>
            <p:cNvSpPr/>
            <p:nvPr/>
          </p:nvSpPr>
          <p:spPr>
            <a:xfrm>
              <a:off x="21475" y="2900150"/>
              <a:ext cx="520800" cy="520800"/>
            </a:xfrm>
            <a:prstGeom prst="pie">
              <a:avLst>
                <a:gd fmla="val 5429160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5" name="Google Shape;755;p80"/>
          <p:cNvGrpSpPr/>
          <p:nvPr/>
        </p:nvGrpSpPr>
        <p:grpSpPr>
          <a:xfrm rot="10800000">
            <a:off x="8591924" y="1181063"/>
            <a:ext cx="929997" cy="929997"/>
            <a:chOff x="3210550" y="2240200"/>
            <a:chExt cx="1341600" cy="1341600"/>
          </a:xfrm>
        </p:grpSpPr>
        <p:sp>
          <p:nvSpPr>
            <p:cNvPr id="756" name="Google Shape;756;p80"/>
            <p:cNvSpPr/>
            <p:nvPr/>
          </p:nvSpPr>
          <p:spPr>
            <a:xfrm rot="10800000">
              <a:off x="3210550" y="2240200"/>
              <a:ext cx="670800" cy="6708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80"/>
            <p:cNvSpPr/>
            <p:nvPr/>
          </p:nvSpPr>
          <p:spPr>
            <a:xfrm rot="10800000">
              <a:off x="3881350" y="2240200"/>
              <a:ext cx="670800" cy="6708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80"/>
            <p:cNvSpPr/>
            <p:nvPr/>
          </p:nvSpPr>
          <p:spPr>
            <a:xfrm rot="10800000">
              <a:off x="3881350" y="2911000"/>
              <a:ext cx="670800" cy="6708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9" name="Google Shape;759;p80"/>
          <p:cNvSpPr/>
          <p:nvPr/>
        </p:nvSpPr>
        <p:spPr>
          <a:xfrm rot="-3212248">
            <a:off x="7380278" y="3509816"/>
            <a:ext cx="3586591" cy="2582465"/>
          </a:xfrm>
          <a:prstGeom prst="ellipse">
            <a:avLst/>
          </a:prstGeom>
          <a:gradFill>
            <a:gsLst>
              <a:gs pos="0">
                <a:schemeClr val="accent2"/>
              </a:gs>
              <a:gs pos="0">
                <a:schemeClr val="accent2"/>
              </a:gs>
              <a:gs pos="57000">
                <a:schemeClr val="accent3"/>
              </a:gs>
              <a:gs pos="100000">
                <a:schemeClr val="accent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0" name="Google Shape;760;p80"/>
          <p:cNvGrpSpPr/>
          <p:nvPr/>
        </p:nvGrpSpPr>
        <p:grpSpPr>
          <a:xfrm>
            <a:off x="272125" y="405524"/>
            <a:ext cx="371670" cy="1494444"/>
            <a:chOff x="272125" y="405524"/>
            <a:chExt cx="371670" cy="1494444"/>
          </a:xfrm>
        </p:grpSpPr>
        <p:sp>
          <p:nvSpPr>
            <p:cNvPr id="761" name="Google Shape;761;p80"/>
            <p:cNvSpPr/>
            <p:nvPr/>
          </p:nvSpPr>
          <p:spPr>
            <a:xfrm>
              <a:off x="272125" y="405524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80"/>
            <p:cNvSpPr/>
            <p:nvPr/>
          </p:nvSpPr>
          <p:spPr>
            <a:xfrm>
              <a:off x="272125" y="684133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80"/>
            <p:cNvSpPr/>
            <p:nvPr/>
          </p:nvSpPr>
          <p:spPr>
            <a:xfrm>
              <a:off x="272125" y="962741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80"/>
            <p:cNvSpPr/>
            <p:nvPr/>
          </p:nvSpPr>
          <p:spPr>
            <a:xfrm>
              <a:off x="272125" y="1241350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80"/>
            <p:cNvSpPr/>
            <p:nvPr/>
          </p:nvSpPr>
          <p:spPr>
            <a:xfrm>
              <a:off x="272125" y="1519959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80"/>
            <p:cNvSpPr/>
            <p:nvPr/>
          </p:nvSpPr>
          <p:spPr>
            <a:xfrm>
              <a:off x="272125" y="1798568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80"/>
            <p:cNvSpPr/>
            <p:nvPr/>
          </p:nvSpPr>
          <p:spPr>
            <a:xfrm>
              <a:off x="542395" y="405524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80"/>
            <p:cNvSpPr/>
            <p:nvPr/>
          </p:nvSpPr>
          <p:spPr>
            <a:xfrm>
              <a:off x="542395" y="684133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80"/>
            <p:cNvSpPr/>
            <p:nvPr/>
          </p:nvSpPr>
          <p:spPr>
            <a:xfrm>
              <a:off x="542395" y="962741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80"/>
            <p:cNvSpPr/>
            <p:nvPr/>
          </p:nvSpPr>
          <p:spPr>
            <a:xfrm>
              <a:off x="542395" y="1241350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80"/>
            <p:cNvSpPr/>
            <p:nvPr/>
          </p:nvSpPr>
          <p:spPr>
            <a:xfrm>
              <a:off x="542395" y="1519959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80"/>
            <p:cNvSpPr/>
            <p:nvPr/>
          </p:nvSpPr>
          <p:spPr>
            <a:xfrm>
              <a:off x="542395" y="1798568"/>
              <a:ext cx="101400" cy="101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3" name="Google Shape;773;p80"/>
          <p:cNvSpPr txBox="1"/>
          <p:nvPr>
            <p:ph idx="5" type="subTitle"/>
          </p:nvPr>
        </p:nvSpPr>
        <p:spPr>
          <a:xfrm>
            <a:off x="1344213" y="3475623"/>
            <a:ext cx="3001800" cy="8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4" name="Google Shape;774;p80"/>
          <p:cNvSpPr txBox="1"/>
          <p:nvPr>
            <p:ph idx="6" type="subTitle"/>
          </p:nvPr>
        </p:nvSpPr>
        <p:spPr>
          <a:xfrm>
            <a:off x="1344213" y="2924600"/>
            <a:ext cx="3001800" cy="475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5" name="Google Shape;775;p80"/>
          <p:cNvSpPr txBox="1"/>
          <p:nvPr>
            <p:ph idx="7" type="subTitle"/>
          </p:nvPr>
        </p:nvSpPr>
        <p:spPr>
          <a:xfrm>
            <a:off x="4797980" y="3475623"/>
            <a:ext cx="3001800" cy="8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6" name="Google Shape;776;p80"/>
          <p:cNvSpPr txBox="1"/>
          <p:nvPr>
            <p:ph idx="8" type="subTitle"/>
          </p:nvPr>
        </p:nvSpPr>
        <p:spPr>
          <a:xfrm>
            <a:off x="4797980" y="2924600"/>
            <a:ext cx="3001800" cy="475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" name="Google Shape;778;p81"/>
          <p:cNvGrpSpPr/>
          <p:nvPr/>
        </p:nvGrpSpPr>
        <p:grpSpPr>
          <a:xfrm rot="5400000">
            <a:off x="-255015" y="3616102"/>
            <a:ext cx="1174088" cy="469635"/>
            <a:chOff x="4486675" y="116800"/>
            <a:chExt cx="1264500" cy="505800"/>
          </a:xfrm>
        </p:grpSpPr>
        <p:sp>
          <p:nvSpPr>
            <p:cNvPr id="779" name="Google Shape;779;p81"/>
            <p:cNvSpPr/>
            <p:nvPr/>
          </p:nvSpPr>
          <p:spPr>
            <a:xfrm rot="-5400000">
              <a:off x="4739575" y="116800"/>
              <a:ext cx="252900" cy="252900"/>
            </a:xfrm>
            <a:prstGeom prst="flowChartDelay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81"/>
            <p:cNvSpPr/>
            <p:nvPr/>
          </p:nvSpPr>
          <p:spPr>
            <a:xfrm rot="5400000">
              <a:off x="4486675" y="369700"/>
              <a:ext cx="252900" cy="252900"/>
            </a:xfrm>
            <a:prstGeom prst="flowChartDelay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81"/>
            <p:cNvSpPr/>
            <p:nvPr/>
          </p:nvSpPr>
          <p:spPr>
            <a:xfrm rot="-5400000">
              <a:off x="5245375" y="116800"/>
              <a:ext cx="252900" cy="252900"/>
            </a:xfrm>
            <a:prstGeom prst="flowChartDelay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81"/>
            <p:cNvSpPr/>
            <p:nvPr/>
          </p:nvSpPr>
          <p:spPr>
            <a:xfrm rot="5400000">
              <a:off x="4992475" y="369700"/>
              <a:ext cx="252900" cy="252900"/>
            </a:xfrm>
            <a:prstGeom prst="flowChartDelay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81"/>
            <p:cNvSpPr/>
            <p:nvPr/>
          </p:nvSpPr>
          <p:spPr>
            <a:xfrm rot="5400000">
              <a:off x="5498275" y="369700"/>
              <a:ext cx="252900" cy="252900"/>
            </a:xfrm>
            <a:prstGeom prst="flowChartDelay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4" name="Google Shape;784;p81"/>
          <p:cNvGrpSpPr/>
          <p:nvPr/>
        </p:nvGrpSpPr>
        <p:grpSpPr>
          <a:xfrm>
            <a:off x="8606783" y="639075"/>
            <a:ext cx="1097400" cy="1648976"/>
            <a:chOff x="8606783" y="639075"/>
            <a:chExt cx="1097400" cy="1648976"/>
          </a:xfrm>
        </p:grpSpPr>
        <p:sp>
          <p:nvSpPr>
            <p:cNvPr id="785" name="Google Shape;785;p81"/>
            <p:cNvSpPr/>
            <p:nvPr/>
          </p:nvSpPr>
          <p:spPr>
            <a:xfrm>
              <a:off x="8606783" y="639075"/>
              <a:ext cx="1097400" cy="1097100"/>
            </a:xfrm>
            <a:prstGeom prst="pie">
              <a:avLst>
                <a:gd fmla="val 10800158" name="adj1"/>
                <a:gd fmla="val 16200000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81"/>
            <p:cNvSpPr/>
            <p:nvPr/>
          </p:nvSpPr>
          <p:spPr>
            <a:xfrm>
              <a:off x="8606783" y="1190951"/>
              <a:ext cx="1097400" cy="1097100"/>
            </a:xfrm>
            <a:prstGeom prst="pie">
              <a:avLst>
                <a:gd fmla="val 10800158" name="adj1"/>
                <a:gd fmla="val 1620000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7" name="Google Shape;787;p81"/>
          <p:cNvGrpSpPr/>
          <p:nvPr/>
        </p:nvGrpSpPr>
        <p:grpSpPr>
          <a:xfrm flipH="1" rot="-5400000">
            <a:off x="-303620" y="-528688"/>
            <a:ext cx="1174093" cy="1766270"/>
            <a:chOff x="5036566" y="3551511"/>
            <a:chExt cx="1098309" cy="1652264"/>
          </a:xfrm>
        </p:grpSpPr>
        <p:sp>
          <p:nvSpPr>
            <p:cNvPr id="788" name="Google Shape;788;p81"/>
            <p:cNvSpPr/>
            <p:nvPr/>
          </p:nvSpPr>
          <p:spPr>
            <a:xfrm rot="5400000">
              <a:off x="5036575" y="4105475"/>
              <a:ext cx="1098300" cy="1098300"/>
            </a:xfrm>
            <a:prstGeom prst="flowChartDelay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81"/>
            <p:cNvSpPr/>
            <p:nvPr/>
          </p:nvSpPr>
          <p:spPr>
            <a:xfrm>
              <a:off x="5036566" y="3551511"/>
              <a:ext cx="1098300" cy="1098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81"/>
          <p:cNvGrpSpPr/>
          <p:nvPr/>
        </p:nvGrpSpPr>
        <p:grpSpPr>
          <a:xfrm>
            <a:off x="8086275" y="4674300"/>
            <a:ext cx="1014660" cy="402399"/>
            <a:chOff x="8086275" y="4674300"/>
            <a:chExt cx="1014660" cy="402399"/>
          </a:xfrm>
        </p:grpSpPr>
        <p:sp>
          <p:nvSpPr>
            <p:cNvPr id="791" name="Google Shape;791;p81"/>
            <p:cNvSpPr/>
            <p:nvPr/>
          </p:nvSpPr>
          <p:spPr>
            <a:xfrm rot="5400000">
              <a:off x="8991135" y="4674300"/>
              <a:ext cx="109800" cy="1098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81"/>
            <p:cNvSpPr/>
            <p:nvPr/>
          </p:nvSpPr>
          <p:spPr>
            <a:xfrm rot="5400000">
              <a:off x="8689515" y="4674300"/>
              <a:ext cx="109800" cy="1098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81"/>
            <p:cNvSpPr/>
            <p:nvPr/>
          </p:nvSpPr>
          <p:spPr>
            <a:xfrm rot="5400000">
              <a:off x="8387895" y="4674300"/>
              <a:ext cx="109800" cy="1098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81"/>
            <p:cNvSpPr/>
            <p:nvPr/>
          </p:nvSpPr>
          <p:spPr>
            <a:xfrm rot="5400000">
              <a:off x="8086275" y="4674300"/>
              <a:ext cx="109800" cy="1098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81"/>
            <p:cNvSpPr/>
            <p:nvPr/>
          </p:nvSpPr>
          <p:spPr>
            <a:xfrm rot="5400000">
              <a:off x="8991135" y="4966898"/>
              <a:ext cx="109800" cy="1098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81"/>
            <p:cNvSpPr/>
            <p:nvPr/>
          </p:nvSpPr>
          <p:spPr>
            <a:xfrm rot="5400000">
              <a:off x="8689515" y="4966898"/>
              <a:ext cx="109800" cy="1098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81"/>
            <p:cNvSpPr/>
            <p:nvPr/>
          </p:nvSpPr>
          <p:spPr>
            <a:xfrm rot="5400000">
              <a:off x="8387895" y="4966898"/>
              <a:ext cx="109800" cy="1098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81"/>
            <p:cNvSpPr/>
            <p:nvPr/>
          </p:nvSpPr>
          <p:spPr>
            <a:xfrm rot="5400000">
              <a:off x="8086275" y="4966898"/>
              <a:ext cx="109800" cy="1098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9" name="Google Shape;799;p81"/>
          <p:cNvSpPr txBox="1"/>
          <p:nvPr>
            <p:ph idx="1" type="subTitle"/>
          </p:nvPr>
        </p:nvSpPr>
        <p:spPr>
          <a:xfrm>
            <a:off x="955850" y="1801073"/>
            <a:ext cx="22890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0" name="Google Shape;800;p81"/>
          <p:cNvSpPr txBox="1"/>
          <p:nvPr>
            <p:ph type="title"/>
          </p:nvPr>
        </p:nvSpPr>
        <p:spPr>
          <a:xfrm>
            <a:off x="720000" y="45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01" name="Google Shape;801;p81"/>
          <p:cNvSpPr txBox="1"/>
          <p:nvPr>
            <p:ph idx="2" type="subTitle"/>
          </p:nvPr>
        </p:nvSpPr>
        <p:spPr>
          <a:xfrm>
            <a:off x="955850" y="1250050"/>
            <a:ext cx="2289000" cy="475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2" name="Google Shape;802;p81"/>
          <p:cNvSpPr txBox="1"/>
          <p:nvPr>
            <p:ph idx="3" type="subTitle"/>
          </p:nvPr>
        </p:nvSpPr>
        <p:spPr>
          <a:xfrm>
            <a:off x="3427495" y="1801073"/>
            <a:ext cx="22890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3" name="Google Shape;803;p81"/>
          <p:cNvSpPr txBox="1"/>
          <p:nvPr>
            <p:ph idx="4" type="subTitle"/>
          </p:nvPr>
        </p:nvSpPr>
        <p:spPr>
          <a:xfrm>
            <a:off x="3427495" y="1250050"/>
            <a:ext cx="2289000" cy="475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4" name="Google Shape;804;p81"/>
          <p:cNvSpPr txBox="1"/>
          <p:nvPr>
            <p:ph idx="5" type="subTitle"/>
          </p:nvPr>
        </p:nvSpPr>
        <p:spPr>
          <a:xfrm>
            <a:off x="955850" y="3555623"/>
            <a:ext cx="22890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5" name="Google Shape;805;p81"/>
          <p:cNvSpPr txBox="1"/>
          <p:nvPr>
            <p:ph idx="6" type="subTitle"/>
          </p:nvPr>
        </p:nvSpPr>
        <p:spPr>
          <a:xfrm>
            <a:off x="955850" y="3004600"/>
            <a:ext cx="2289000" cy="475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6" name="Google Shape;806;p81"/>
          <p:cNvSpPr txBox="1"/>
          <p:nvPr>
            <p:ph idx="7" type="subTitle"/>
          </p:nvPr>
        </p:nvSpPr>
        <p:spPr>
          <a:xfrm>
            <a:off x="3427495" y="3555623"/>
            <a:ext cx="22890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7" name="Google Shape;807;p81"/>
          <p:cNvSpPr txBox="1"/>
          <p:nvPr>
            <p:ph idx="8" type="subTitle"/>
          </p:nvPr>
        </p:nvSpPr>
        <p:spPr>
          <a:xfrm>
            <a:off x="3427495" y="3004600"/>
            <a:ext cx="2289000" cy="475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8" name="Google Shape;808;p81"/>
          <p:cNvSpPr txBox="1"/>
          <p:nvPr>
            <p:ph idx="9" type="subTitle"/>
          </p:nvPr>
        </p:nvSpPr>
        <p:spPr>
          <a:xfrm>
            <a:off x="5899140" y="1801073"/>
            <a:ext cx="22890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9" name="Google Shape;809;p81"/>
          <p:cNvSpPr txBox="1"/>
          <p:nvPr>
            <p:ph idx="13" type="subTitle"/>
          </p:nvPr>
        </p:nvSpPr>
        <p:spPr>
          <a:xfrm>
            <a:off x="5899140" y="1250050"/>
            <a:ext cx="2289000" cy="475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0" name="Google Shape;810;p81"/>
          <p:cNvSpPr txBox="1"/>
          <p:nvPr>
            <p:ph idx="14" type="subTitle"/>
          </p:nvPr>
        </p:nvSpPr>
        <p:spPr>
          <a:xfrm>
            <a:off x="5899140" y="3555623"/>
            <a:ext cx="22890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11" name="Google Shape;811;p81"/>
          <p:cNvSpPr txBox="1"/>
          <p:nvPr>
            <p:ph idx="15" type="subTitle"/>
          </p:nvPr>
        </p:nvSpPr>
        <p:spPr>
          <a:xfrm>
            <a:off x="5899140" y="3004600"/>
            <a:ext cx="2289000" cy="475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82"/>
          <p:cNvSpPr txBox="1"/>
          <p:nvPr>
            <p:ph type="ctrTitle"/>
          </p:nvPr>
        </p:nvSpPr>
        <p:spPr>
          <a:xfrm>
            <a:off x="715100" y="1635088"/>
            <a:ext cx="38337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14" name="Google Shape;814;p82"/>
          <p:cNvSpPr txBox="1"/>
          <p:nvPr>
            <p:ph idx="1" type="subTitle"/>
          </p:nvPr>
        </p:nvSpPr>
        <p:spPr>
          <a:xfrm>
            <a:off x="715100" y="2815414"/>
            <a:ext cx="38337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15" name="Google Shape;815;p82"/>
          <p:cNvSpPr/>
          <p:nvPr/>
        </p:nvSpPr>
        <p:spPr>
          <a:xfrm rot="10800000">
            <a:off x="-3024125" y="-314675"/>
            <a:ext cx="4385100" cy="4385100"/>
          </a:xfrm>
          <a:prstGeom prst="ellipse">
            <a:avLst/>
          </a:prstGeom>
          <a:gradFill>
            <a:gsLst>
              <a:gs pos="0">
                <a:schemeClr val="accent3"/>
              </a:gs>
              <a:gs pos="0">
                <a:schemeClr val="accent1"/>
              </a:gs>
              <a:gs pos="57000">
                <a:schemeClr val="accent3"/>
              </a:gs>
              <a:gs pos="100000">
                <a:schemeClr val="accent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82"/>
          <p:cNvSpPr/>
          <p:nvPr/>
        </p:nvSpPr>
        <p:spPr>
          <a:xfrm rot="10800000">
            <a:off x="7872225" y="2909300"/>
            <a:ext cx="2982600" cy="2982600"/>
          </a:xfrm>
          <a:prstGeom prst="ellipse">
            <a:avLst/>
          </a:prstGeom>
          <a:gradFill>
            <a:gsLst>
              <a:gs pos="0">
                <a:schemeClr val="accent3"/>
              </a:gs>
              <a:gs pos="0">
                <a:schemeClr val="accent1"/>
              </a:gs>
              <a:gs pos="57000">
                <a:schemeClr val="accent3"/>
              </a:gs>
              <a:gs pos="100000">
                <a:schemeClr val="accent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7" name="Google Shape;817;p82"/>
          <p:cNvGrpSpPr/>
          <p:nvPr/>
        </p:nvGrpSpPr>
        <p:grpSpPr>
          <a:xfrm rot="10800000">
            <a:off x="914021" y="4219066"/>
            <a:ext cx="914032" cy="914032"/>
            <a:chOff x="3210550" y="2240200"/>
            <a:chExt cx="1341600" cy="1341600"/>
          </a:xfrm>
        </p:grpSpPr>
        <p:sp>
          <p:nvSpPr>
            <p:cNvPr id="818" name="Google Shape;818;p82"/>
            <p:cNvSpPr/>
            <p:nvPr/>
          </p:nvSpPr>
          <p:spPr>
            <a:xfrm rot="10800000">
              <a:off x="3210550" y="2240200"/>
              <a:ext cx="670800" cy="670800"/>
            </a:xfrm>
            <a:prstGeom prst="rtTriangle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82"/>
            <p:cNvSpPr/>
            <p:nvPr/>
          </p:nvSpPr>
          <p:spPr>
            <a:xfrm rot="10800000">
              <a:off x="3881350" y="2240200"/>
              <a:ext cx="670800" cy="670800"/>
            </a:xfrm>
            <a:prstGeom prst="rtTriangle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82"/>
            <p:cNvSpPr/>
            <p:nvPr/>
          </p:nvSpPr>
          <p:spPr>
            <a:xfrm rot="10800000">
              <a:off x="3881350" y="2911000"/>
              <a:ext cx="670800" cy="6708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82"/>
          <p:cNvGrpSpPr/>
          <p:nvPr/>
        </p:nvGrpSpPr>
        <p:grpSpPr>
          <a:xfrm rot="10800000">
            <a:off x="-4" y="4219066"/>
            <a:ext cx="914032" cy="914032"/>
            <a:chOff x="3210550" y="2240200"/>
            <a:chExt cx="1341600" cy="1341600"/>
          </a:xfrm>
        </p:grpSpPr>
        <p:sp>
          <p:nvSpPr>
            <p:cNvPr id="822" name="Google Shape;822;p82"/>
            <p:cNvSpPr/>
            <p:nvPr/>
          </p:nvSpPr>
          <p:spPr>
            <a:xfrm rot="10800000">
              <a:off x="3210550" y="2240200"/>
              <a:ext cx="670800" cy="6708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82"/>
            <p:cNvSpPr/>
            <p:nvPr/>
          </p:nvSpPr>
          <p:spPr>
            <a:xfrm rot="10800000">
              <a:off x="3881350" y="2240200"/>
              <a:ext cx="670800" cy="6708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82"/>
            <p:cNvSpPr/>
            <p:nvPr/>
          </p:nvSpPr>
          <p:spPr>
            <a:xfrm rot="10800000">
              <a:off x="3881350" y="2911000"/>
              <a:ext cx="670800" cy="6708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5" name="Google Shape;825;p82"/>
          <p:cNvGrpSpPr/>
          <p:nvPr/>
        </p:nvGrpSpPr>
        <p:grpSpPr>
          <a:xfrm rot="10800000">
            <a:off x="7565002" y="65362"/>
            <a:ext cx="1174088" cy="469635"/>
            <a:chOff x="4486675" y="116800"/>
            <a:chExt cx="1264500" cy="505800"/>
          </a:xfrm>
        </p:grpSpPr>
        <p:sp>
          <p:nvSpPr>
            <p:cNvPr id="826" name="Google Shape;826;p82"/>
            <p:cNvSpPr/>
            <p:nvPr/>
          </p:nvSpPr>
          <p:spPr>
            <a:xfrm rot="-5400000">
              <a:off x="4739575" y="116800"/>
              <a:ext cx="252900" cy="252900"/>
            </a:xfrm>
            <a:prstGeom prst="flowChartDelay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82"/>
            <p:cNvSpPr/>
            <p:nvPr/>
          </p:nvSpPr>
          <p:spPr>
            <a:xfrm rot="5400000">
              <a:off x="4486675" y="369700"/>
              <a:ext cx="252900" cy="252900"/>
            </a:xfrm>
            <a:prstGeom prst="flowChartDelay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82"/>
            <p:cNvSpPr/>
            <p:nvPr/>
          </p:nvSpPr>
          <p:spPr>
            <a:xfrm rot="-5400000">
              <a:off x="5245375" y="116800"/>
              <a:ext cx="252900" cy="252900"/>
            </a:xfrm>
            <a:prstGeom prst="flowChartDelay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82"/>
            <p:cNvSpPr/>
            <p:nvPr/>
          </p:nvSpPr>
          <p:spPr>
            <a:xfrm rot="5400000">
              <a:off x="4992475" y="369700"/>
              <a:ext cx="252900" cy="252900"/>
            </a:xfrm>
            <a:prstGeom prst="flowChartDelay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82"/>
            <p:cNvSpPr/>
            <p:nvPr/>
          </p:nvSpPr>
          <p:spPr>
            <a:xfrm rot="5400000">
              <a:off x="5498275" y="369700"/>
              <a:ext cx="252900" cy="252900"/>
            </a:xfrm>
            <a:prstGeom prst="flowChartDelay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1" name="Google Shape;831;p82"/>
          <p:cNvSpPr txBox="1"/>
          <p:nvPr/>
        </p:nvSpPr>
        <p:spPr>
          <a:xfrm>
            <a:off x="5981979" y="3728225"/>
            <a:ext cx="244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including icons by </a:t>
            </a:r>
            <a:r>
              <a:rPr b="1" lang="en" sz="1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infographics &amp; images by </a:t>
            </a:r>
            <a:r>
              <a:rPr b="1" lang="en" sz="1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highlight>
                <a:srgbClr val="DFDEFC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3" name="Google Shape;833;p83"/>
          <p:cNvGrpSpPr/>
          <p:nvPr/>
        </p:nvGrpSpPr>
        <p:grpSpPr>
          <a:xfrm flipH="1" rot="-5400000">
            <a:off x="8185402" y="3566289"/>
            <a:ext cx="1174088" cy="469635"/>
            <a:chOff x="4486675" y="116800"/>
            <a:chExt cx="1264500" cy="505800"/>
          </a:xfrm>
        </p:grpSpPr>
        <p:sp>
          <p:nvSpPr>
            <p:cNvPr id="834" name="Google Shape;834;p83"/>
            <p:cNvSpPr/>
            <p:nvPr/>
          </p:nvSpPr>
          <p:spPr>
            <a:xfrm rot="-5400000">
              <a:off x="4739575" y="116800"/>
              <a:ext cx="252900" cy="252900"/>
            </a:xfrm>
            <a:prstGeom prst="flowChartDelay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83"/>
            <p:cNvSpPr/>
            <p:nvPr/>
          </p:nvSpPr>
          <p:spPr>
            <a:xfrm rot="5400000">
              <a:off x="4486675" y="369700"/>
              <a:ext cx="252900" cy="252900"/>
            </a:xfrm>
            <a:prstGeom prst="flowChartDelay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83"/>
            <p:cNvSpPr/>
            <p:nvPr/>
          </p:nvSpPr>
          <p:spPr>
            <a:xfrm rot="-5400000">
              <a:off x="5245375" y="116800"/>
              <a:ext cx="252900" cy="252900"/>
            </a:xfrm>
            <a:prstGeom prst="flowChartDelay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83"/>
            <p:cNvSpPr/>
            <p:nvPr/>
          </p:nvSpPr>
          <p:spPr>
            <a:xfrm rot="5400000">
              <a:off x="4992475" y="369700"/>
              <a:ext cx="252900" cy="252900"/>
            </a:xfrm>
            <a:prstGeom prst="flowChartDelay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83"/>
            <p:cNvSpPr/>
            <p:nvPr/>
          </p:nvSpPr>
          <p:spPr>
            <a:xfrm rot="5400000">
              <a:off x="5498275" y="369700"/>
              <a:ext cx="252900" cy="252900"/>
            </a:xfrm>
            <a:prstGeom prst="flowChartDelay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9" name="Google Shape;839;p83"/>
          <p:cNvGrpSpPr/>
          <p:nvPr/>
        </p:nvGrpSpPr>
        <p:grpSpPr>
          <a:xfrm>
            <a:off x="-366433" y="686436"/>
            <a:ext cx="1097400" cy="1648976"/>
            <a:chOff x="-366433" y="686436"/>
            <a:chExt cx="1097400" cy="1648976"/>
          </a:xfrm>
        </p:grpSpPr>
        <p:sp>
          <p:nvSpPr>
            <p:cNvPr id="840" name="Google Shape;840;p83"/>
            <p:cNvSpPr/>
            <p:nvPr/>
          </p:nvSpPr>
          <p:spPr>
            <a:xfrm flipH="1">
              <a:off x="-366433" y="686436"/>
              <a:ext cx="1097400" cy="1097100"/>
            </a:xfrm>
            <a:prstGeom prst="pie">
              <a:avLst>
                <a:gd fmla="val 10800158" name="adj1"/>
                <a:gd fmla="val 16200000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83"/>
            <p:cNvSpPr/>
            <p:nvPr/>
          </p:nvSpPr>
          <p:spPr>
            <a:xfrm flipH="1">
              <a:off x="-366433" y="1238312"/>
              <a:ext cx="1097400" cy="1097100"/>
            </a:xfrm>
            <a:prstGeom prst="pie">
              <a:avLst>
                <a:gd fmla="val 10800158" name="adj1"/>
                <a:gd fmla="val 1620000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2" name="Google Shape;842;p83"/>
          <p:cNvGrpSpPr/>
          <p:nvPr/>
        </p:nvGrpSpPr>
        <p:grpSpPr>
          <a:xfrm rot="5400000">
            <a:off x="8467277" y="-481327"/>
            <a:ext cx="1174093" cy="1766270"/>
            <a:chOff x="5036566" y="3551511"/>
            <a:chExt cx="1098309" cy="1652264"/>
          </a:xfrm>
        </p:grpSpPr>
        <p:sp>
          <p:nvSpPr>
            <p:cNvPr id="843" name="Google Shape;843;p83"/>
            <p:cNvSpPr/>
            <p:nvPr/>
          </p:nvSpPr>
          <p:spPr>
            <a:xfrm rot="5400000">
              <a:off x="5036575" y="4105475"/>
              <a:ext cx="1098300" cy="1098300"/>
            </a:xfrm>
            <a:prstGeom prst="flowChartDelay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83"/>
            <p:cNvSpPr/>
            <p:nvPr/>
          </p:nvSpPr>
          <p:spPr>
            <a:xfrm>
              <a:off x="5036566" y="3551511"/>
              <a:ext cx="1098300" cy="1098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5" name="Google Shape;845;p83"/>
          <p:cNvGrpSpPr/>
          <p:nvPr/>
        </p:nvGrpSpPr>
        <p:grpSpPr>
          <a:xfrm>
            <a:off x="236815" y="4721661"/>
            <a:ext cx="1014660" cy="402399"/>
            <a:chOff x="236815" y="4721661"/>
            <a:chExt cx="1014660" cy="402399"/>
          </a:xfrm>
        </p:grpSpPr>
        <p:sp>
          <p:nvSpPr>
            <p:cNvPr id="846" name="Google Shape;846;p83"/>
            <p:cNvSpPr/>
            <p:nvPr/>
          </p:nvSpPr>
          <p:spPr>
            <a:xfrm flipH="1" rot="-5400000">
              <a:off x="236815" y="4721661"/>
              <a:ext cx="109800" cy="1098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83"/>
            <p:cNvSpPr/>
            <p:nvPr/>
          </p:nvSpPr>
          <p:spPr>
            <a:xfrm flipH="1" rot="-5400000">
              <a:off x="538435" y="4721661"/>
              <a:ext cx="109800" cy="1098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83"/>
            <p:cNvSpPr/>
            <p:nvPr/>
          </p:nvSpPr>
          <p:spPr>
            <a:xfrm flipH="1" rot="-5400000">
              <a:off x="840055" y="4721661"/>
              <a:ext cx="109800" cy="1098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83"/>
            <p:cNvSpPr/>
            <p:nvPr/>
          </p:nvSpPr>
          <p:spPr>
            <a:xfrm flipH="1" rot="-5400000">
              <a:off x="1141675" y="4721661"/>
              <a:ext cx="109800" cy="1098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83"/>
            <p:cNvSpPr/>
            <p:nvPr/>
          </p:nvSpPr>
          <p:spPr>
            <a:xfrm flipH="1" rot="-5400000">
              <a:off x="236815" y="5014260"/>
              <a:ext cx="109800" cy="1098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83"/>
            <p:cNvSpPr/>
            <p:nvPr/>
          </p:nvSpPr>
          <p:spPr>
            <a:xfrm flipH="1" rot="-5400000">
              <a:off x="538435" y="5014260"/>
              <a:ext cx="109800" cy="1098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83"/>
            <p:cNvSpPr/>
            <p:nvPr/>
          </p:nvSpPr>
          <p:spPr>
            <a:xfrm flipH="1" rot="-5400000">
              <a:off x="840055" y="5014260"/>
              <a:ext cx="109800" cy="1098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83"/>
            <p:cNvSpPr/>
            <p:nvPr/>
          </p:nvSpPr>
          <p:spPr>
            <a:xfrm flipH="1" rot="-5400000">
              <a:off x="1141675" y="5014260"/>
              <a:ext cx="109800" cy="1098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5" name="Google Shape;855;p84"/>
          <p:cNvGrpSpPr/>
          <p:nvPr/>
        </p:nvGrpSpPr>
        <p:grpSpPr>
          <a:xfrm>
            <a:off x="-1710500" y="1280100"/>
            <a:ext cx="2583000" cy="2583300"/>
            <a:chOff x="-1710500" y="1280100"/>
            <a:chExt cx="2583000" cy="2583300"/>
          </a:xfrm>
        </p:grpSpPr>
        <p:sp>
          <p:nvSpPr>
            <p:cNvPr id="856" name="Google Shape;856;p84"/>
            <p:cNvSpPr/>
            <p:nvPr/>
          </p:nvSpPr>
          <p:spPr>
            <a:xfrm flipH="1">
              <a:off x="-1710500" y="1280100"/>
              <a:ext cx="2583000" cy="2583300"/>
            </a:xfrm>
            <a:prstGeom prst="pie">
              <a:avLst>
                <a:gd fmla="val 5429160" name="adj1"/>
                <a:gd fmla="val 10747887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7" name="Google Shape;857;p84"/>
            <p:cNvGrpSpPr/>
            <p:nvPr/>
          </p:nvGrpSpPr>
          <p:grpSpPr>
            <a:xfrm flipH="1">
              <a:off x="-1496072" y="1447871"/>
              <a:ext cx="2247710" cy="2247710"/>
              <a:chOff x="7478975" y="1326225"/>
              <a:chExt cx="2057400" cy="2057400"/>
            </a:xfrm>
          </p:grpSpPr>
          <p:sp>
            <p:nvSpPr>
              <p:cNvPr id="858" name="Google Shape;858;p84"/>
              <p:cNvSpPr/>
              <p:nvPr/>
            </p:nvSpPr>
            <p:spPr>
              <a:xfrm>
                <a:off x="7478975" y="1326225"/>
                <a:ext cx="2057400" cy="2057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859" name="Google Shape;859;p84"/>
              <p:cNvSpPr/>
              <p:nvPr/>
            </p:nvSpPr>
            <p:spPr>
              <a:xfrm>
                <a:off x="7593275" y="1440525"/>
                <a:ext cx="1828800" cy="1828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860" name="Google Shape;860;p84"/>
              <p:cNvSpPr/>
              <p:nvPr/>
            </p:nvSpPr>
            <p:spPr>
              <a:xfrm>
                <a:off x="7707575" y="1554825"/>
                <a:ext cx="1600200" cy="1600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861" name="Google Shape;861;p84"/>
              <p:cNvSpPr/>
              <p:nvPr/>
            </p:nvSpPr>
            <p:spPr>
              <a:xfrm>
                <a:off x="7821875" y="1669125"/>
                <a:ext cx="1371600" cy="1371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862" name="Google Shape;862;p84"/>
              <p:cNvSpPr/>
              <p:nvPr/>
            </p:nvSpPr>
            <p:spPr>
              <a:xfrm>
                <a:off x="7936175" y="1783425"/>
                <a:ext cx="1143000" cy="114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863" name="Google Shape;863;p84"/>
              <p:cNvSpPr/>
              <p:nvPr/>
            </p:nvSpPr>
            <p:spPr>
              <a:xfrm>
                <a:off x="8050475" y="1897725"/>
                <a:ext cx="914400" cy="91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864" name="Google Shape;864;p84"/>
              <p:cNvSpPr/>
              <p:nvPr/>
            </p:nvSpPr>
            <p:spPr>
              <a:xfrm>
                <a:off x="8164775" y="2012025"/>
                <a:ext cx="685800" cy="685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865" name="Google Shape;865;p84"/>
              <p:cNvSpPr/>
              <p:nvPr/>
            </p:nvSpPr>
            <p:spPr>
              <a:xfrm>
                <a:off x="8279075" y="2126325"/>
                <a:ext cx="457200" cy="457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866" name="Google Shape;866;p84"/>
              <p:cNvSpPr/>
              <p:nvPr/>
            </p:nvSpPr>
            <p:spPr>
              <a:xfrm>
                <a:off x="8393375" y="2240625"/>
                <a:ext cx="228600" cy="228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</p:grpSp>
      </p:grpSp>
      <p:sp>
        <p:nvSpPr>
          <p:cNvPr id="867" name="Google Shape;867;p84"/>
          <p:cNvSpPr/>
          <p:nvPr/>
        </p:nvSpPr>
        <p:spPr>
          <a:xfrm flipH="1">
            <a:off x="5181350" y="3693450"/>
            <a:ext cx="4398300" cy="4398300"/>
          </a:xfrm>
          <a:prstGeom prst="ellipse">
            <a:avLst/>
          </a:prstGeom>
          <a:gradFill>
            <a:gsLst>
              <a:gs pos="0">
                <a:schemeClr val="accent3"/>
              </a:gs>
              <a:gs pos="0">
                <a:schemeClr val="accent1"/>
              </a:gs>
              <a:gs pos="57000">
                <a:schemeClr val="accent3"/>
              </a:gs>
              <a:gs pos="100000">
                <a:schemeClr val="accent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84"/>
          <p:cNvSpPr/>
          <p:nvPr/>
        </p:nvSpPr>
        <p:spPr>
          <a:xfrm>
            <a:off x="7816500" y="-813900"/>
            <a:ext cx="2094000" cy="2094000"/>
          </a:xfrm>
          <a:prstGeom prst="donut">
            <a:avLst>
              <a:gd fmla="val 168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theme" Target="../theme/theme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theme" Target="../theme/theme1.xml"/><Relationship Id="rId23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Della Respira"/>
              <a:buNone/>
              <a:defRPr b="1" sz="42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010150" y="1510025"/>
            <a:ext cx="55227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ExtraBold"/>
              <a:buNone/>
              <a:defRPr sz="3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ExtraBold"/>
              <a:buNone/>
              <a:defRPr sz="3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ExtraBold"/>
              <a:buNone/>
              <a:defRPr sz="3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ExtraBold"/>
              <a:buNone/>
              <a:defRPr sz="3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ExtraBold"/>
              <a:buNone/>
              <a:defRPr sz="3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ExtraBold"/>
              <a:buNone/>
              <a:defRPr sz="3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ExtraBold"/>
              <a:buNone/>
              <a:defRPr sz="3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ExtraBold"/>
              <a:buNone/>
              <a:defRPr sz="3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ExtraBold"/>
              <a:buNone/>
              <a:defRPr sz="3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56" name="Google Shape;456;p6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85"/>
          <p:cNvSpPr txBox="1"/>
          <p:nvPr>
            <p:ph type="ctrTitle"/>
          </p:nvPr>
        </p:nvSpPr>
        <p:spPr>
          <a:xfrm>
            <a:off x="715100" y="1253300"/>
            <a:ext cx="6320100" cy="222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Signals of Mental Health in Twitter Language</a:t>
            </a:r>
            <a:endParaRPr/>
          </a:p>
        </p:txBody>
      </p:sp>
      <p:sp>
        <p:nvSpPr>
          <p:cNvPr id="874" name="Google Shape;874;p85"/>
          <p:cNvSpPr txBox="1"/>
          <p:nvPr>
            <p:ph idx="1" type="subTitle"/>
          </p:nvPr>
        </p:nvSpPr>
        <p:spPr>
          <a:xfrm>
            <a:off x="715100" y="3480674"/>
            <a:ext cx="58206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Andrew D and Taylor S</a:t>
            </a:r>
            <a:endParaRPr/>
          </a:p>
        </p:txBody>
      </p:sp>
      <p:sp>
        <p:nvSpPr>
          <p:cNvPr id="875" name="Google Shape;875;p85"/>
          <p:cNvSpPr/>
          <p:nvPr/>
        </p:nvSpPr>
        <p:spPr>
          <a:xfrm rot="10800000">
            <a:off x="7315950" y="3186375"/>
            <a:ext cx="703800" cy="703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85"/>
          <p:cNvSpPr/>
          <p:nvPr/>
        </p:nvSpPr>
        <p:spPr>
          <a:xfrm rot="10800000">
            <a:off x="7315950" y="3186375"/>
            <a:ext cx="703800" cy="703800"/>
          </a:xfrm>
          <a:prstGeom prst="pie">
            <a:avLst>
              <a:gd fmla="val 5429160" name="adj1"/>
              <a:gd fmla="val 16200000" name="adj2"/>
            </a:avLst>
          </a:prstGeom>
          <a:solidFill>
            <a:srgbClr val="BBA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7" name="Google Shape;877;p85"/>
          <p:cNvGrpSpPr/>
          <p:nvPr/>
        </p:nvGrpSpPr>
        <p:grpSpPr>
          <a:xfrm>
            <a:off x="4038485" y="4433708"/>
            <a:ext cx="1504543" cy="125400"/>
            <a:chOff x="4038485" y="4433708"/>
            <a:chExt cx="1504543" cy="125400"/>
          </a:xfrm>
        </p:grpSpPr>
        <p:sp>
          <p:nvSpPr>
            <p:cNvPr id="878" name="Google Shape;878;p85"/>
            <p:cNvSpPr/>
            <p:nvPr/>
          </p:nvSpPr>
          <p:spPr>
            <a:xfrm rot="-5400000">
              <a:off x="4038485" y="4433708"/>
              <a:ext cx="125400" cy="125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85"/>
            <p:cNvSpPr/>
            <p:nvPr/>
          </p:nvSpPr>
          <p:spPr>
            <a:xfrm rot="-5400000">
              <a:off x="4383271" y="4433708"/>
              <a:ext cx="125400" cy="125400"/>
            </a:xfrm>
            <a:prstGeom prst="ellipse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85"/>
            <p:cNvSpPr/>
            <p:nvPr/>
          </p:nvSpPr>
          <p:spPr>
            <a:xfrm rot="-5400000">
              <a:off x="4728057" y="4433708"/>
              <a:ext cx="125400" cy="125400"/>
            </a:xfrm>
            <a:prstGeom prst="ellipse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85"/>
            <p:cNvSpPr/>
            <p:nvPr/>
          </p:nvSpPr>
          <p:spPr>
            <a:xfrm rot="-5400000">
              <a:off x="5072843" y="4433708"/>
              <a:ext cx="125400" cy="125400"/>
            </a:xfrm>
            <a:prstGeom prst="ellipse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85"/>
            <p:cNvSpPr/>
            <p:nvPr/>
          </p:nvSpPr>
          <p:spPr>
            <a:xfrm rot="-5400000">
              <a:off x="5417629" y="4433708"/>
              <a:ext cx="125400" cy="125400"/>
            </a:xfrm>
            <a:prstGeom prst="ellipse">
              <a:avLst/>
            </a:prstGeom>
            <a:solidFill>
              <a:srgbClr val="BBA5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86"/>
          <p:cNvSpPr txBox="1"/>
          <p:nvPr>
            <p:ph idx="1" type="subTitle"/>
          </p:nvPr>
        </p:nvSpPr>
        <p:spPr>
          <a:xfrm>
            <a:off x="1065600" y="1589250"/>
            <a:ext cx="7012800" cy="19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Can language in tweets be used to identify signs of mental health conditions such as anxiety, loneliness, and stress?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Are there patterns or trends in the data within topics?</a:t>
            </a:r>
            <a:endParaRPr sz="2400"/>
          </a:p>
        </p:txBody>
      </p:sp>
      <p:sp>
        <p:nvSpPr>
          <p:cNvPr id="888" name="Google Shape;888;p86"/>
          <p:cNvSpPr txBox="1"/>
          <p:nvPr>
            <p:ph type="title"/>
          </p:nvPr>
        </p:nvSpPr>
        <p:spPr>
          <a:xfrm>
            <a:off x="720000" y="45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87"/>
          <p:cNvSpPr txBox="1"/>
          <p:nvPr>
            <p:ph type="title"/>
          </p:nvPr>
        </p:nvSpPr>
        <p:spPr>
          <a:xfrm>
            <a:off x="634450" y="51625"/>
            <a:ext cx="4279500" cy="108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894" name="Google Shape;894;p87"/>
          <p:cNvSpPr txBox="1"/>
          <p:nvPr>
            <p:ph idx="1" type="body"/>
          </p:nvPr>
        </p:nvSpPr>
        <p:spPr>
          <a:xfrm>
            <a:off x="392600" y="1274100"/>
            <a:ext cx="4953300" cy="35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When individuals experience stress, anxiety, loneliness, or other emotional struggles, they often turn to social media </a:t>
            </a:r>
            <a:r>
              <a:rPr b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 express themselves, seek support, or simply be seen by others. </a:t>
            </a: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We are interested in finding any trends related to common topics, the language surrounding them, and finding any patterns in demographics. 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95" name="Google Shape;895;p87"/>
          <p:cNvSpPr/>
          <p:nvPr/>
        </p:nvSpPr>
        <p:spPr>
          <a:xfrm>
            <a:off x="6220150" y="3920050"/>
            <a:ext cx="1480800" cy="1480800"/>
          </a:xfrm>
          <a:prstGeom prst="donut">
            <a:avLst>
              <a:gd fmla="val 2085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6" name="Google Shape;896;p87"/>
          <p:cNvGrpSpPr/>
          <p:nvPr/>
        </p:nvGrpSpPr>
        <p:grpSpPr>
          <a:xfrm>
            <a:off x="7892122" y="1384008"/>
            <a:ext cx="1615059" cy="1615059"/>
            <a:chOff x="7478975" y="1326225"/>
            <a:chExt cx="2057400" cy="2057400"/>
          </a:xfrm>
        </p:grpSpPr>
        <p:sp>
          <p:nvSpPr>
            <p:cNvPr id="897" name="Google Shape;897;p87"/>
            <p:cNvSpPr/>
            <p:nvPr/>
          </p:nvSpPr>
          <p:spPr>
            <a:xfrm>
              <a:off x="7478975" y="1326225"/>
              <a:ext cx="2057400" cy="2057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898" name="Google Shape;898;p87"/>
            <p:cNvSpPr/>
            <p:nvPr/>
          </p:nvSpPr>
          <p:spPr>
            <a:xfrm>
              <a:off x="7593275" y="1440525"/>
              <a:ext cx="1828800" cy="18288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899" name="Google Shape;899;p87"/>
            <p:cNvSpPr/>
            <p:nvPr/>
          </p:nvSpPr>
          <p:spPr>
            <a:xfrm>
              <a:off x="7707575" y="1554825"/>
              <a:ext cx="1600200" cy="1600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900" name="Google Shape;900;p87"/>
            <p:cNvSpPr/>
            <p:nvPr/>
          </p:nvSpPr>
          <p:spPr>
            <a:xfrm>
              <a:off x="7821875" y="1669125"/>
              <a:ext cx="1371600" cy="1371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901" name="Google Shape;901;p87"/>
            <p:cNvSpPr/>
            <p:nvPr/>
          </p:nvSpPr>
          <p:spPr>
            <a:xfrm>
              <a:off x="7936175" y="1783425"/>
              <a:ext cx="1143000" cy="11430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902" name="Google Shape;902;p87"/>
            <p:cNvSpPr/>
            <p:nvPr/>
          </p:nvSpPr>
          <p:spPr>
            <a:xfrm>
              <a:off x="8050475" y="1897725"/>
              <a:ext cx="914400" cy="914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903" name="Google Shape;903;p87"/>
            <p:cNvSpPr/>
            <p:nvPr/>
          </p:nvSpPr>
          <p:spPr>
            <a:xfrm>
              <a:off x="8164775" y="2012025"/>
              <a:ext cx="685800" cy="6858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904" name="Google Shape;904;p87"/>
            <p:cNvSpPr/>
            <p:nvPr/>
          </p:nvSpPr>
          <p:spPr>
            <a:xfrm>
              <a:off x="8279075" y="2126325"/>
              <a:ext cx="457200" cy="457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905" name="Google Shape;905;p87"/>
            <p:cNvSpPr/>
            <p:nvPr/>
          </p:nvSpPr>
          <p:spPr>
            <a:xfrm>
              <a:off x="8393375" y="2240625"/>
              <a:ext cx="228600" cy="228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</p:grpSp>
      <p:pic>
        <p:nvPicPr>
          <p:cNvPr id="906" name="Google Shape;90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1125" y="1828925"/>
            <a:ext cx="2251000" cy="148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88"/>
          <p:cNvSpPr txBox="1"/>
          <p:nvPr>
            <p:ph type="title"/>
          </p:nvPr>
        </p:nvSpPr>
        <p:spPr>
          <a:xfrm>
            <a:off x="720000" y="45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Dataset #1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88"/>
          <p:cNvSpPr txBox="1"/>
          <p:nvPr/>
        </p:nvSpPr>
        <p:spPr>
          <a:xfrm>
            <a:off x="945150" y="1287975"/>
            <a:ext cx="7253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data set is from Kaggle and contains rows of tweets that were scraped from twitter. 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They are already sorted into categories of 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Normal_Tweets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Anxious_Tweets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Lonely_Tweets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Stressed_Tweets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There are 8535 stressed tweets, 9925 normal tweets, 8522 lonely tweets, and 10509 anxious tweets</a:t>
            </a:r>
            <a:endParaRPr sz="2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89"/>
          <p:cNvSpPr txBox="1"/>
          <p:nvPr>
            <p:ph type="title"/>
          </p:nvPr>
        </p:nvSpPr>
        <p:spPr>
          <a:xfrm>
            <a:off x="720000" y="45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#2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89"/>
          <p:cNvSpPr txBox="1"/>
          <p:nvPr/>
        </p:nvSpPr>
        <p:spPr>
          <a:xfrm>
            <a:off x="945150" y="1287975"/>
            <a:ext cx="3336900" cy="25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data set is from Kaggle and contains rows of tweets that were scraped from twitter. 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d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ata set has 20,000 rows, each with a username, a random tweet, and some demographics about the tweeter including gender.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19" name="Google Shape;919;p89" title="Screenshot 2025-06-01 at 2.38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87975"/>
            <a:ext cx="3924175" cy="29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90"/>
          <p:cNvSpPr txBox="1"/>
          <p:nvPr>
            <p:ph type="title"/>
          </p:nvPr>
        </p:nvSpPr>
        <p:spPr>
          <a:xfrm>
            <a:off x="720000" y="45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90"/>
          <p:cNvSpPr txBox="1"/>
          <p:nvPr/>
        </p:nvSpPr>
        <p:spPr>
          <a:xfrm>
            <a:off x="945150" y="1088225"/>
            <a:ext cx="7253700" cy="3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Preprocessing Steps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Lowercasing, removing punctuation and numbers</a:t>
            </a:r>
            <a:b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Stopword removal and short-word filtering</a:t>
            </a:r>
            <a:b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Tokenization (text2vec package)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Sampling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Randomly sampled 50 tweets of each emotion and combined into dataset</a:t>
            </a:r>
            <a:b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Ran model on that set</a:t>
            </a:r>
            <a:b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Repeated 50 times and took average evaluation scores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91"/>
          <p:cNvSpPr txBox="1"/>
          <p:nvPr>
            <p:ph idx="1" type="subTitle"/>
          </p:nvPr>
        </p:nvSpPr>
        <p:spPr>
          <a:xfrm>
            <a:off x="95075" y="1474050"/>
            <a:ext cx="6833400" cy="21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 u="sng"/>
          </a:p>
          <a:p>
            <a:pPr indent="-323850" lvl="0" marL="457200" rtl="0" algn="ctr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Doc Embeddings + k-Means Clustering (Unsupervised)</a:t>
            </a:r>
            <a:endParaRPr sz="15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 sz="1500"/>
            </a:br>
            <a:endParaRPr sz="1500"/>
          </a:p>
          <a:p>
            <a:pPr indent="-323850" lvl="0" marL="457200" rtl="0" algn="ctr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TF-IDF + k-Means Clustering (Unsupervised)</a:t>
            </a:r>
            <a:endParaRPr sz="15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 sz="1500"/>
            </a:br>
            <a:endParaRPr sz="1500"/>
          </a:p>
          <a:p>
            <a:pPr indent="-323850" lvl="0" marL="457200" rtl="0" algn="ctr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Doc Embeddings + Random Forest (Supervised)</a:t>
            </a:r>
            <a:endParaRPr sz="1500"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</a:t>
            </a:r>
            <a:endParaRPr sz="1600"/>
          </a:p>
        </p:txBody>
      </p:sp>
      <p:sp>
        <p:nvSpPr>
          <p:cNvPr id="931" name="Google Shape;931;p91"/>
          <p:cNvSpPr txBox="1"/>
          <p:nvPr>
            <p:ph type="title"/>
          </p:nvPr>
        </p:nvSpPr>
        <p:spPr>
          <a:xfrm>
            <a:off x="720000" y="24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</a:t>
            </a:r>
            <a:endParaRPr/>
          </a:p>
        </p:txBody>
      </p:sp>
      <p:sp>
        <p:nvSpPr>
          <p:cNvPr id="932" name="Google Shape;932;p91"/>
          <p:cNvSpPr txBox="1"/>
          <p:nvPr/>
        </p:nvSpPr>
        <p:spPr>
          <a:xfrm>
            <a:off x="1003450" y="1132525"/>
            <a:ext cx="5476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used three Approaches to find the best accuracy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3" name="Google Shape;933;p91"/>
          <p:cNvSpPr txBox="1"/>
          <p:nvPr/>
        </p:nvSpPr>
        <p:spPr>
          <a:xfrm>
            <a:off x="6840575" y="1949050"/>
            <a:ext cx="1388100" cy="22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0.503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0.340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0.533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4" name="Google Shape;934;p91"/>
          <p:cNvSpPr txBox="1"/>
          <p:nvPr/>
        </p:nvSpPr>
        <p:spPr>
          <a:xfrm>
            <a:off x="6479650" y="1132525"/>
            <a:ext cx="230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verage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accuracy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92"/>
          <p:cNvSpPr txBox="1"/>
          <p:nvPr>
            <p:ph idx="1" type="subTitle"/>
          </p:nvPr>
        </p:nvSpPr>
        <p:spPr>
          <a:xfrm>
            <a:off x="587875" y="380150"/>
            <a:ext cx="5525400" cy="17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 u="sng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We then used the random forest model to train the new data set of tweets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Applied a new column of emotions to each tweet</a:t>
            </a:r>
            <a:endParaRPr sz="1600"/>
          </a:p>
        </p:txBody>
      </p:sp>
      <p:sp>
        <p:nvSpPr>
          <p:cNvPr id="940" name="Google Shape;940;p92"/>
          <p:cNvSpPr txBox="1"/>
          <p:nvPr>
            <p:ph type="title"/>
          </p:nvPr>
        </p:nvSpPr>
        <p:spPr>
          <a:xfrm>
            <a:off x="720000" y="24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</a:t>
            </a:r>
            <a:endParaRPr/>
          </a:p>
        </p:txBody>
      </p:sp>
      <p:pic>
        <p:nvPicPr>
          <p:cNvPr id="941" name="Google Shape;941;p92" title="Screenshot 2025-06-01 at 11.17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7025" y="2207877"/>
            <a:ext cx="5826975" cy="24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93"/>
          <p:cNvSpPr txBox="1"/>
          <p:nvPr>
            <p:ph type="title"/>
          </p:nvPr>
        </p:nvSpPr>
        <p:spPr>
          <a:xfrm>
            <a:off x="720000" y="45725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 Results</a:t>
            </a:r>
            <a:endParaRPr/>
          </a:p>
        </p:txBody>
      </p:sp>
      <p:sp>
        <p:nvSpPr>
          <p:cNvPr id="947" name="Google Shape;947;p93"/>
          <p:cNvSpPr txBox="1"/>
          <p:nvPr/>
        </p:nvSpPr>
        <p:spPr>
          <a:xfrm>
            <a:off x="636700" y="1223450"/>
            <a:ext cx="8064900" cy="3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948" name="Google Shape;948;p93"/>
          <p:cNvGraphicFramePr/>
          <p:nvPr/>
        </p:nvGraphicFramePr>
        <p:xfrm>
          <a:off x="952500" y="82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{E31AE7EF-CD52-4301-BA44-B6FEED055116}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world, time, sports, media, writer, student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News &amp; Student Life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twitter, writer, sports, business, free, lover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	Online Expression &amp; Business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business, design, market, blog, online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	Entrepreneurship &amp; Marketing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sports, lover, twitter, business, people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Pop Culture &amp; Sports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world, student, writer, marketing, instagram, gym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College &amp; Personal Branding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writer, instagram, lover, girl, tweets, sports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Social Media Identity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world, writer, business, media, god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	Personal Reflection &amp; Media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writer, tweets, business, sports, people, marketing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Content Creators &amp; Branding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world, speak, reality, brand, independent, cultural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Social Commentary &amp; Culture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world, business, time, account, instagram, writer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Professional/Work-Life Balance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949" name="Google Shape;949;p93"/>
          <p:cNvSpPr txBox="1"/>
          <p:nvPr/>
        </p:nvSpPr>
        <p:spPr>
          <a:xfrm>
            <a:off x="952500" y="528425"/>
            <a:ext cx="24129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Cluster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0" name="Google Shape;950;p93"/>
          <p:cNvSpPr txBox="1"/>
          <p:nvPr/>
        </p:nvSpPr>
        <p:spPr>
          <a:xfrm>
            <a:off x="3365500" y="528425"/>
            <a:ext cx="24129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Top words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1" name="Google Shape;951;p93"/>
          <p:cNvSpPr txBox="1"/>
          <p:nvPr/>
        </p:nvSpPr>
        <p:spPr>
          <a:xfrm>
            <a:off x="5778400" y="528425"/>
            <a:ext cx="24129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Topic label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94"/>
          <p:cNvSpPr txBox="1"/>
          <p:nvPr>
            <p:ph type="title"/>
          </p:nvPr>
        </p:nvSpPr>
        <p:spPr>
          <a:xfrm>
            <a:off x="720000" y="45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Gender breakdown across stressed tweets in all 10 clusters</a:t>
            </a:r>
            <a:endParaRPr sz="1900"/>
          </a:p>
        </p:txBody>
      </p:sp>
      <p:pic>
        <p:nvPicPr>
          <p:cNvPr id="957" name="Google Shape;957;p94" title="Screenshot 2025-06-01 at 4.31.32 PM.png"/>
          <p:cNvPicPr preferRelativeResize="0"/>
          <p:nvPr/>
        </p:nvPicPr>
        <p:blipFill rotWithShape="1">
          <a:blip r:embed="rId3">
            <a:alphaModFix/>
          </a:blip>
          <a:srcRect b="0" l="0" r="2296" t="0"/>
          <a:stretch/>
        </p:blipFill>
        <p:spPr>
          <a:xfrm>
            <a:off x="3033763" y="1221150"/>
            <a:ext cx="3183475" cy="208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94"/>
          <p:cNvSpPr txBox="1"/>
          <p:nvPr/>
        </p:nvSpPr>
        <p:spPr>
          <a:xfrm>
            <a:off x="362050" y="3470600"/>
            <a:ext cx="8526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gender and brand breakdowns within stressed tweets revealed that cluster 9 had a strikingly high proportion of brand accounts, suggesting that this </a:t>
            </a:r>
            <a:r>
              <a:rPr lang="en"/>
              <a:t>topic is</a:t>
            </a:r>
            <a:r>
              <a:rPr lang="en"/>
              <a:t> driven more by bots and AI voices than individuals. In contrast, clusters such as 3 show stronger female representation, indicating greater individual engagement in those stress-related topics.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95"/>
          <p:cNvSpPr txBox="1"/>
          <p:nvPr>
            <p:ph type="title"/>
          </p:nvPr>
        </p:nvSpPr>
        <p:spPr>
          <a:xfrm>
            <a:off x="720000" y="264325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UMAP projection of BERT</a:t>
            </a:r>
            <a:endParaRPr sz="2500"/>
          </a:p>
        </p:txBody>
      </p:sp>
      <p:sp>
        <p:nvSpPr>
          <p:cNvPr id="964" name="Google Shape;964;p95"/>
          <p:cNvSpPr txBox="1"/>
          <p:nvPr/>
        </p:nvSpPr>
        <p:spPr>
          <a:xfrm>
            <a:off x="851700" y="3545525"/>
            <a:ext cx="7440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UMAP projection of BERT clusters reveals clear separability among topics in the tweet dataset. Clusters 1 through 10 are in distinct regions in the 2D embedding space, suggesting that the k-means clustering on BERT embeddings successfully grouped semantically similar tweets</a:t>
            </a:r>
            <a:endParaRPr/>
          </a:p>
        </p:txBody>
      </p:sp>
      <p:pic>
        <p:nvPicPr>
          <p:cNvPr id="965" name="Google Shape;965;p95" title="Screenshot 2025-06-01 at 3.59.3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9788" y="902025"/>
            <a:ext cx="4004413" cy="26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96"/>
          <p:cNvSpPr txBox="1"/>
          <p:nvPr>
            <p:ph type="title"/>
          </p:nvPr>
        </p:nvSpPr>
        <p:spPr>
          <a:xfrm>
            <a:off x="720000" y="45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UMAP projection of emotion</a:t>
            </a:r>
            <a:endParaRPr/>
          </a:p>
        </p:txBody>
      </p:sp>
      <p:pic>
        <p:nvPicPr>
          <p:cNvPr id="971" name="Google Shape;971;p96" title="Screenshot 2025-06-01 at 4.00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800" y="1130388"/>
            <a:ext cx="4107299" cy="2665825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96"/>
          <p:cNvSpPr txBox="1"/>
          <p:nvPr/>
        </p:nvSpPr>
        <p:spPr>
          <a:xfrm>
            <a:off x="832950" y="3756275"/>
            <a:ext cx="747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UMAP projection reveals that emotional states are distributed across multiple topical clusters, suggesting that each topic can be associated with multiple emotional responses.</a:t>
            </a:r>
            <a:endParaRPr/>
          </a:p>
        </p:txBody>
      </p:sp>
      <p:pic>
        <p:nvPicPr>
          <p:cNvPr id="973" name="Google Shape;973;p96" title="Screenshot 2025-06-01 at 4.08.0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8100" y="1243750"/>
            <a:ext cx="3789175" cy="243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97"/>
          <p:cNvSpPr txBox="1"/>
          <p:nvPr>
            <p:ph type="title"/>
          </p:nvPr>
        </p:nvSpPr>
        <p:spPr>
          <a:xfrm>
            <a:off x="720000" y="458800"/>
            <a:ext cx="77040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Implications </a:t>
            </a:r>
            <a:endParaRPr/>
          </a:p>
        </p:txBody>
      </p:sp>
      <p:sp>
        <p:nvSpPr>
          <p:cNvPr id="979" name="Google Shape;979;p97"/>
          <p:cNvSpPr txBox="1"/>
          <p:nvPr/>
        </p:nvSpPr>
        <p:spPr>
          <a:xfrm>
            <a:off x="836450" y="1111075"/>
            <a:ext cx="7652700" cy="3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trained a classifier that was able to identify the predicted emotional states of anxious, stress, lonely, and normal. The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predictions were then grouped into BERT clusters and the UMAP projections showed the emotional states distributed across all topics demonstrating a relationship between language use and emotional content.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Some trends we noticed: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 cluster 3 which is Entrepreneurship &amp; Marketing - there was a significantly higher proportion of females showing stress than brand or males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Cluster 9 had a very high proportion of brand accounts, suggesting institutional or automated voices dominated Social Commentary &amp; Culture.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Emotional tone varied across clusters: some were heavily “normal,” others skewed “anxious” or “lonely.”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se of Fentanyl in Pain Management Breakthrough by Slidesgo">
  <a:themeElements>
    <a:clrScheme name="Simple Light">
      <a:dk1>
        <a:srgbClr val="000000"/>
      </a:dk1>
      <a:lt1>
        <a:srgbClr val="01617A"/>
      </a:lt1>
      <a:dk2>
        <a:srgbClr val="A0C1CA"/>
      </a:dk2>
      <a:lt2>
        <a:srgbClr val="D8E3E5"/>
      </a:lt2>
      <a:accent1>
        <a:srgbClr val="5A9BAD"/>
      </a:accent1>
      <a:accent2>
        <a:srgbClr val="BBA5C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roup/Class Project #1">
  <a:themeElements>
    <a:clrScheme name="Simple Light">
      <a:dk1>
        <a:srgbClr val="000000"/>
      </a:dk1>
      <a:lt1>
        <a:srgbClr val="D2DE9C"/>
      </a:lt1>
      <a:dk2>
        <a:srgbClr val="F3DFA5"/>
      </a:dk2>
      <a:lt2>
        <a:srgbClr val="DBEFF1"/>
      </a:lt2>
      <a:accent1>
        <a:srgbClr val="FD5E48"/>
      </a:accent1>
      <a:accent2>
        <a:srgbClr val="E6C2D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8C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